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144000" cy="5143500" type="screen16x9"/>
  <p:notesSz cx="6858000" cy="9144000"/>
  <p:embeddedFontLst>
    <p:embeddedFont>
      <p:font typeface="Corbel" panose="020B0503020204020204" pitchFamily="34" charset="0"/>
      <p:regular r:id="rId45"/>
      <p:bold r:id="rId46"/>
      <p:italic r:id="rId47"/>
      <p:boldItalic r:id="rId48"/>
    </p:embeddedFont>
    <p:embeddedFont>
      <p:font typeface="Georgia" panose="02040502050405020303" pitchFamily="18" charset="0"/>
      <p:regular r:id="rId49"/>
      <p:bold r:id="rId50"/>
      <p:italic r:id="rId51"/>
      <p:boldItalic r:id="rId52"/>
    </p:embeddedFont>
    <p:embeddedFont>
      <p:font typeface="Lato" panose="020F0502020204030203" pitchFamily="34" charset="0"/>
      <p:regular r:id="rId53"/>
      <p:bold r:id="rId54"/>
      <p:italic r:id="rId55"/>
      <p:boldItalic r:id="rId56"/>
    </p:embeddedFont>
    <p:embeddedFont>
      <p:font typeface="Lato Light" panose="020F0502020204030203" pitchFamily="34" charset="0"/>
      <p:regular r:id="rId57"/>
      <p:italic r:id="rId58"/>
    </p:embeddedFont>
    <p:embeddedFont>
      <p:font typeface="Montserrat" pitchFamily="2" charset="77"/>
      <p:regular r:id="rId59"/>
      <p:bold r:id="rId60"/>
      <p:italic r:id="rId61"/>
      <p:boldItalic r:id="rId62"/>
    </p:embeddedFont>
    <p:embeddedFont>
      <p:font typeface="Poppins" pitchFamily="2" charset="77"/>
      <p:regular r:id="rId63"/>
      <p:bold r:id="rId64"/>
      <p:italic r:id="rId65"/>
      <p:boldItalic r:id="rId66"/>
    </p:embeddedFont>
    <p:embeddedFont>
      <p:font typeface="STIX Two Text" pitchFamily="2" charset="0"/>
      <p:regular r:id="rId67"/>
      <p:bold r:id="rId68"/>
      <p:italic r:id="rId69"/>
      <p:bold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2" roundtripDataSignature="AMtx7miOS2SSrlMVY0zDJ/9W1q0hTMZXc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40"/>
  </p:normalViewPr>
  <p:slideViewPr>
    <p:cSldViewPr snapToGrid="0">
      <p:cViewPr varScale="1">
        <p:scale>
          <a:sx n="155" d="100"/>
          <a:sy n="155" d="100"/>
        </p:scale>
        <p:origin x="592"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font" Target="fonts/font3.fntdata"/><Relationship Id="rId63" Type="http://schemas.openxmlformats.org/officeDocument/2006/relationships/font" Target="fonts/font19.fntdata"/><Relationship Id="rId68" Type="http://schemas.openxmlformats.org/officeDocument/2006/relationships/font" Target="fonts/font24.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66" Type="http://schemas.openxmlformats.org/officeDocument/2006/relationships/font" Target="fonts/font22.fntdata"/><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font" Target="fonts/font12.fntdata"/><Relationship Id="rId64" Type="http://schemas.openxmlformats.org/officeDocument/2006/relationships/font" Target="fonts/font20.fntdata"/><Relationship Id="rId69" Type="http://schemas.openxmlformats.org/officeDocument/2006/relationships/font" Target="fonts/font25.fntdata"/><Relationship Id="rId8" Type="http://schemas.openxmlformats.org/officeDocument/2006/relationships/slide" Target="slides/slide7.xml"/><Relationship Id="rId51" Type="http://schemas.openxmlformats.org/officeDocument/2006/relationships/font" Target="fonts/font7.fntdata"/><Relationship Id="rId72"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font" Target="fonts/font15.fntdata"/><Relationship Id="rId67" Type="http://schemas.openxmlformats.org/officeDocument/2006/relationships/font" Target="fonts/font2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62" Type="http://schemas.openxmlformats.org/officeDocument/2006/relationships/font" Target="fonts/font18.fntdata"/><Relationship Id="rId70" Type="http://schemas.openxmlformats.org/officeDocument/2006/relationships/font" Target="fonts/font26.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font" Target="fonts/font16.fntdata"/><Relationship Id="rId65" Type="http://schemas.openxmlformats.org/officeDocument/2006/relationships/font" Target="fonts/font21.fntdata"/><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6.fntdata"/><Relationship Id="rId55" Type="http://schemas.openxmlformats.org/officeDocument/2006/relationships/font" Target="fonts/font11.fntdata"/><Relationship Id="rId76" Type="http://schemas.openxmlformats.org/officeDocument/2006/relationships/tableStyles" Target="tableStyles.xml"/><Relationship Id="rId7"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5" name="Google Shape;95;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457200" lvl="0" indent="0" algn="l" rtl="0">
              <a:lnSpc>
                <a:spcPct val="100000"/>
              </a:lnSpc>
              <a:spcBef>
                <a:spcPts val="0"/>
              </a:spcBef>
              <a:spcAft>
                <a:spcPts val="0"/>
              </a:spcAft>
              <a:buSzPts val="14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5" name="Google Shape;105;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171450" lvl="0" indent="-95250" algn="l" rtl="0">
              <a:lnSpc>
                <a:spcPct val="100000"/>
              </a:lnSpc>
              <a:spcBef>
                <a:spcPts val="0"/>
              </a:spcBef>
              <a:spcAft>
                <a:spcPts val="0"/>
              </a:spcAft>
              <a:buSzPts val="1200"/>
              <a:buFont typeface="Arial"/>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1" name="Google Shape;111;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457200" lvl="0" indent="0" algn="l" rtl="0">
              <a:lnSpc>
                <a:spcPct val="100000"/>
              </a:lnSpc>
              <a:spcBef>
                <a:spcPts val="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
              <a:t>Evolutionary processes happen at different scales</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
              <a:t>Across time, space, hosts (within and between hosts)</a:t>
            </a:r>
            <a:endParaRPr/>
          </a:p>
          <a:p>
            <a:pPr marL="0" lvl="0" indent="0" algn="l" rtl="0">
              <a:lnSpc>
                <a:spcPct val="100000"/>
              </a:lnSpc>
              <a:spcBef>
                <a:spcPts val="0"/>
              </a:spcBef>
              <a:spcAft>
                <a:spcPts val="0"/>
              </a:spcAft>
              <a:buSzPts val="1400"/>
              <a:buNone/>
            </a:pPr>
            <a:endParaRPr/>
          </a:p>
          <a:p>
            <a:pPr marL="457200" lvl="0" indent="0" algn="l" rtl="0">
              <a:lnSpc>
                <a:spcPct val="100000"/>
              </a:lnSpc>
              <a:spcBef>
                <a:spcPts val="0"/>
              </a:spcBef>
              <a:spcAft>
                <a:spcPts val="0"/>
              </a:spcAft>
              <a:buSzPts val="1400"/>
              <a:buNone/>
            </a:pPr>
            <a:endParaRPr/>
          </a:p>
        </p:txBody>
      </p:sp>
      <p:sp>
        <p:nvSpPr>
          <p:cNvPr id="138" name="Google Shape;138;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 name="Google Shape;245;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9" name="Google Shape;28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1" name="Google Shape;33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 name="Google Shape;37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9" name="Google Shape;399;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9" name="Google Shape;439;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250">
                <a:solidFill>
                  <a:srgbClr val="333333"/>
                </a:solidFill>
                <a:highlight>
                  <a:srgbClr val="FFFFFF"/>
                </a:highlight>
                <a:latin typeface="Georgia"/>
                <a:ea typeface="Georgia"/>
                <a:cs typeface="Georgia"/>
                <a:sym typeface="Georgia"/>
              </a:rPr>
              <a:t>The fraction of mutations that accumulate and are detectable at the consensus level as substitutions depends on: the mutation rate, the size of the genome, the duration of an infection or the time until transmission, the fraction of mutations that persist and spread and the time scale over which you sample.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1" name="Google Shape;471;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6" name="Google Shape;536;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dk1"/>
                </a:solidFill>
              </a:rPr>
              <a:t>Two major things that you can observe about the transmission process from this divergence data: 1) as transmission is occurring you get increasing diversity. In this way diversity provides a proxy for the size of the outbreak, with more infections and larger outbreaks yielding greater levels of genetic diversity. The other is that closely related infections will generally have identical or only minimally diverged genome sequences, because minimal time for substitutions to accrue separates those genomes. </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0" name="Google Shape;590;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4" name="Google Shape;644;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9" name="Google Shape;649;p2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0" name="Google Shape;660;p2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171450" lvl="0" indent="-82550" algn="l" rtl="0">
              <a:lnSpc>
                <a:spcPct val="100000"/>
              </a:lnSpc>
              <a:spcBef>
                <a:spcPts val="0"/>
              </a:spcBef>
              <a:spcAft>
                <a:spcPts val="0"/>
              </a:spcAft>
              <a:buSzPts val="1400"/>
              <a:buFont typeface="Arial"/>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0" name="Google Shape;670;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0" name="Google Shape;680;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1" name="Google Shape;691;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6" name="Google Shape;696;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Epidemics spread similarly to fires...you have sparks that “introduce” fire into a new area...and that fire can take off and really burn or not. Where the spark lands governs that process. Differentiating separate introductions is really hard to do simply from case data.</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p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1" name="Google Shape;701;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Epidemics spread similarly to fires...you have sparks that “introduce” fire into a new area...and that fire can take off and really burn or not. Where the spark lands governs that process. Differentiating separate introductions is really hard to do simply from case data.</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7" name="Google Shape;707;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29: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15" name="Google Shape;715;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3" name="Google Shape;723;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p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8" name="Google Shape;728;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Putative index case was a staff member at the SNF and tested positive one week prior to the first resident cases...but their case is actually genetically diverged from the resident cases...this person wasn’t the source of that outbreak (remember what we said about genetically diverged cases usually being more distally related).</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p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6" name="Google Shape;736;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1" name="Google Shape;741;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p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8" name="Google Shape;748;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p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7" name="Google Shape;75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p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2" name="Google Shape;762;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8" name="Google Shape;768;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5" name="Google Shape;775;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0" name="Google Shape;78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0" name="Google Shape;790;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You can correct for these issues with more specialized evolutionary models that we can totally talk about at a later date if people are interested!</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7" name="Google Shape;797;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Contributions: allowing us to tailor interventions and focus where biggest problems are:</a:t>
            </a:r>
            <a:endParaRPr/>
          </a:p>
          <a:p>
            <a:pPr marL="0" lvl="0" indent="0" algn="l" rtl="0">
              <a:lnSpc>
                <a:spcPct val="100000"/>
              </a:lnSpc>
              <a:spcBef>
                <a:spcPts val="0"/>
              </a:spcBef>
              <a:spcAft>
                <a:spcPts val="0"/>
              </a:spcAft>
              <a:buSzPts val="1100"/>
              <a:buNone/>
            </a:pPr>
            <a:r>
              <a:rPr lang="en"/>
              <a:t>Linkages: validating contact tracing inferences, and highlighting possible discrepancies or unreported exposures.</a:t>
            </a:r>
            <a:endParaRPr/>
          </a:p>
          <a:p>
            <a:pPr marL="0" lvl="0" indent="0" algn="l" rtl="0">
              <a:lnSpc>
                <a:spcPct val="100000"/>
              </a:lnSpc>
              <a:spcBef>
                <a:spcPts val="0"/>
              </a:spcBef>
              <a:spcAft>
                <a:spcPts val="0"/>
              </a:spcAft>
              <a:buSzPts val="1100"/>
              <a:buNone/>
            </a:pPr>
            <a:r>
              <a:rPr lang="en"/>
              <a:t>Evaluations: get critical feedback on how well our response efforts are working!</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p42: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03" name="Google Shape;803;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4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4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4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8" name="Google Shape;18;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19"/>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0"/>
        <p:cNvGrpSpPr/>
        <p:nvPr/>
      </p:nvGrpSpPr>
      <p:grpSpPr>
        <a:xfrm>
          <a:off x="0" y="0"/>
          <a:ext cx="0" cy="0"/>
          <a:chOff x="0" y="0"/>
          <a:chExt cx="0" cy="0"/>
        </a:xfrm>
      </p:grpSpPr>
      <p:sp>
        <p:nvSpPr>
          <p:cNvPr id="21" name="Google Shape;21;p48"/>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22" name="Google Shape;22;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5" name="Google Shape;25;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8" name="Google Shape;28;p50"/>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9" name="Google Shape;29;p50"/>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0" name="Google Shape;30;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5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3" name="Google Shape;33;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sp>
        <p:nvSpPr>
          <p:cNvPr id="35" name="Google Shape;35;p52"/>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6" name="Google Shape;36;p52"/>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8"/>
        <p:cNvGrpSpPr/>
        <p:nvPr/>
      </p:nvGrpSpPr>
      <p:grpSpPr>
        <a:xfrm>
          <a:off x="0" y="0"/>
          <a:ext cx="0" cy="0"/>
          <a:chOff x="0" y="0"/>
          <a:chExt cx="0" cy="0"/>
        </a:xfrm>
      </p:grpSpPr>
      <p:sp>
        <p:nvSpPr>
          <p:cNvPr id="39" name="Google Shape;39;p5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0" name="Google Shape;40;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5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5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4" name="Google Shape;44;p5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5" name="Google Shape;45;p5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6" name="Google Shape;46;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55"/>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9" name="Google Shape;49;p55"/>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0" name="Google Shape;50;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SubT-BodyCopy- Image">
  <p:cSld name="Title-SubT-BodyCopy- Image">
    <p:spTree>
      <p:nvGrpSpPr>
        <p:cNvPr id="1" name="Shape 51"/>
        <p:cNvGrpSpPr/>
        <p:nvPr/>
      </p:nvGrpSpPr>
      <p:grpSpPr>
        <a:xfrm>
          <a:off x="0" y="0"/>
          <a:ext cx="0" cy="0"/>
          <a:chOff x="0" y="0"/>
          <a:chExt cx="0" cy="0"/>
        </a:xfrm>
      </p:grpSpPr>
      <p:cxnSp>
        <p:nvCxnSpPr>
          <p:cNvPr id="52" name="Google Shape;52;p56"/>
          <p:cNvCxnSpPr/>
          <p:nvPr/>
        </p:nvCxnSpPr>
        <p:spPr>
          <a:xfrm>
            <a:off x="0" y="4763328"/>
            <a:ext cx="9144000" cy="0"/>
          </a:xfrm>
          <a:prstGeom prst="straightConnector1">
            <a:avLst/>
          </a:prstGeom>
          <a:noFill/>
          <a:ln w="12700" cap="flat" cmpd="sng">
            <a:solidFill>
              <a:srgbClr val="E7E6E6"/>
            </a:solidFill>
            <a:prstDash val="solid"/>
            <a:miter lim="8000"/>
            <a:headEnd type="none" w="sm" len="sm"/>
            <a:tailEnd type="none" w="sm" len="sm"/>
          </a:ln>
        </p:spPr>
      </p:cxnSp>
      <p:sp>
        <p:nvSpPr>
          <p:cNvPr id="53" name="Google Shape;53;p56"/>
          <p:cNvSpPr/>
          <p:nvPr/>
        </p:nvSpPr>
        <p:spPr>
          <a:xfrm>
            <a:off x="349557" y="4859439"/>
            <a:ext cx="865800" cy="203400"/>
          </a:xfrm>
          <a:prstGeom prst="rect">
            <a:avLst/>
          </a:prstGeom>
          <a:blipFill rotWithShape="1">
            <a:blip r:embed="rId2">
              <a:alphaModFix/>
            </a:blip>
            <a:stretch>
              <a:fillRect/>
            </a:stretch>
          </a:blipFill>
          <a:ln>
            <a:noFill/>
          </a:ln>
        </p:spPr>
        <p:txBody>
          <a:bodyPr spcFirstLastPara="1" wrap="square" lIns="19050" tIns="19050" rIns="19050" bIns="19050" anchor="ctr" anchorCtr="0">
            <a:noAutofit/>
          </a:bodyPr>
          <a:lstStyle/>
          <a:p>
            <a:pPr marL="177800" marR="0" lvl="0" indent="-177800" algn="ctr" rtl="0">
              <a:lnSpc>
                <a:spcPct val="90000"/>
              </a:lnSpc>
              <a:spcBef>
                <a:spcPts val="0"/>
              </a:spcBef>
              <a:spcAft>
                <a:spcPts val="0"/>
              </a:spcAft>
              <a:buClr>
                <a:srgbClr val="FFFFFF"/>
              </a:buClr>
              <a:buSzPts val="800"/>
              <a:buFont typeface="Arial"/>
              <a:buNone/>
            </a:pPr>
            <a:endParaRPr sz="800" b="0" i="0" u="none" strike="noStrike" cap="none">
              <a:solidFill>
                <a:srgbClr val="888B8D"/>
              </a:solidFill>
              <a:latin typeface="Lato"/>
              <a:ea typeface="Lato"/>
              <a:cs typeface="Lato"/>
              <a:sym typeface="Lato"/>
            </a:endParaRPr>
          </a:p>
        </p:txBody>
      </p:sp>
      <p:grpSp>
        <p:nvGrpSpPr>
          <p:cNvPr id="54" name="Google Shape;54;p56"/>
          <p:cNvGrpSpPr/>
          <p:nvPr/>
        </p:nvGrpSpPr>
        <p:grpSpPr>
          <a:xfrm>
            <a:off x="0" y="4762914"/>
            <a:ext cx="9144000" cy="381038"/>
            <a:chOff x="0" y="0"/>
            <a:chExt cx="24384000" cy="1016100"/>
          </a:xfrm>
        </p:grpSpPr>
        <p:sp>
          <p:nvSpPr>
            <p:cNvPr id="55" name="Google Shape;55;p56"/>
            <p:cNvSpPr/>
            <p:nvPr/>
          </p:nvSpPr>
          <p:spPr>
            <a:xfrm>
              <a:off x="0" y="0"/>
              <a:ext cx="24384000" cy="1016100"/>
            </a:xfrm>
            <a:prstGeom prst="rect">
              <a:avLst/>
            </a:prstGeom>
            <a:solidFill>
              <a:srgbClr val="282E31"/>
            </a:solidFill>
            <a:ln>
              <a:noFill/>
            </a:ln>
          </p:spPr>
          <p:txBody>
            <a:bodyPr spcFirstLastPara="1" wrap="square" lIns="19050" tIns="19050" rIns="19050" bIns="19050" anchor="ctr" anchorCtr="0">
              <a:noAutofit/>
            </a:bodyPr>
            <a:lstStyle/>
            <a:p>
              <a:pPr marL="177800" marR="0" lvl="0" indent="-177800" algn="ctr" rtl="0">
                <a:lnSpc>
                  <a:spcPct val="90000"/>
                </a:lnSpc>
                <a:spcBef>
                  <a:spcPts val="0"/>
                </a:spcBef>
                <a:spcAft>
                  <a:spcPts val="0"/>
                </a:spcAft>
                <a:buClr>
                  <a:srgbClr val="5E5E5E"/>
                </a:buClr>
                <a:buSzPts val="800"/>
                <a:buFont typeface="Arial"/>
                <a:buNone/>
              </a:pPr>
              <a:endParaRPr sz="800" b="0" i="0" u="none" strike="noStrike" cap="none">
                <a:solidFill>
                  <a:srgbClr val="888B8D"/>
                </a:solidFill>
                <a:latin typeface="Lato"/>
                <a:ea typeface="Lato"/>
                <a:cs typeface="Lato"/>
                <a:sym typeface="Lato"/>
              </a:endParaRPr>
            </a:p>
          </p:txBody>
        </p:sp>
        <p:sp>
          <p:nvSpPr>
            <p:cNvPr id="56" name="Google Shape;56;p56"/>
            <p:cNvSpPr/>
            <p:nvPr/>
          </p:nvSpPr>
          <p:spPr>
            <a:xfrm>
              <a:off x="893232" y="258505"/>
              <a:ext cx="2309100" cy="542100"/>
            </a:xfrm>
            <a:prstGeom prst="rect">
              <a:avLst/>
            </a:prstGeom>
            <a:blipFill rotWithShape="1">
              <a:blip r:embed="rId3">
                <a:alphaModFix/>
              </a:blip>
              <a:stretch>
                <a:fillRect/>
              </a:stretch>
            </a:blipFill>
            <a:ln>
              <a:noFill/>
            </a:ln>
          </p:spPr>
          <p:txBody>
            <a:bodyPr spcFirstLastPara="1" wrap="square" lIns="19050" tIns="19050" rIns="19050" bIns="19050" anchor="ctr" anchorCtr="0">
              <a:noAutofit/>
            </a:bodyPr>
            <a:lstStyle/>
            <a:p>
              <a:pPr marL="177800" marR="0" lvl="0" indent="-177800" algn="ctr" rtl="0">
                <a:lnSpc>
                  <a:spcPct val="90000"/>
                </a:lnSpc>
                <a:spcBef>
                  <a:spcPts val="0"/>
                </a:spcBef>
                <a:spcAft>
                  <a:spcPts val="0"/>
                </a:spcAft>
                <a:buClr>
                  <a:srgbClr val="FFFFFF"/>
                </a:buClr>
                <a:buSzPts val="800"/>
                <a:buFont typeface="Arial"/>
                <a:buNone/>
              </a:pPr>
              <a:endParaRPr sz="800" b="0" i="0" u="none" strike="noStrike" cap="none">
                <a:solidFill>
                  <a:srgbClr val="888B8D"/>
                </a:solidFill>
                <a:latin typeface="Lato"/>
                <a:ea typeface="Lato"/>
                <a:cs typeface="Lato"/>
                <a:sym typeface="Lato"/>
              </a:endParaRPr>
            </a:p>
          </p:txBody>
        </p:sp>
      </p:grpSp>
      <p:sp>
        <p:nvSpPr>
          <p:cNvPr id="57" name="Google Shape;57;p56"/>
          <p:cNvSpPr/>
          <p:nvPr/>
        </p:nvSpPr>
        <p:spPr>
          <a:xfrm>
            <a:off x="684" y="4763"/>
            <a:ext cx="9142500" cy="382500"/>
          </a:xfrm>
          <a:prstGeom prst="rect">
            <a:avLst/>
          </a:prstGeom>
          <a:solidFill>
            <a:schemeClr val="accent1">
              <a:alpha val="8627"/>
            </a:schemeClr>
          </a:solidFill>
          <a:ln>
            <a:noFill/>
          </a:ln>
        </p:spPr>
        <p:txBody>
          <a:bodyPr spcFirstLastPara="1" wrap="square" lIns="34275" tIns="34275" rIns="34275" bIns="34275" anchor="ctr" anchorCtr="0">
            <a:noAutofit/>
          </a:bodyPr>
          <a:lstStyle/>
          <a:p>
            <a:pPr marL="177800" marR="0" lvl="0" indent="-177800" algn="l" rtl="0">
              <a:lnSpc>
                <a:spcPct val="90000"/>
              </a:lnSpc>
              <a:spcBef>
                <a:spcPts val="0"/>
              </a:spcBef>
              <a:spcAft>
                <a:spcPts val="0"/>
              </a:spcAft>
              <a:buClr>
                <a:srgbClr val="FFFFFF"/>
              </a:buClr>
              <a:buSzPts val="800"/>
              <a:buFont typeface="Arial"/>
              <a:buNone/>
            </a:pPr>
            <a:endParaRPr sz="800" b="0" i="0" u="none" strike="noStrike" cap="none">
              <a:solidFill>
                <a:srgbClr val="888B8D"/>
              </a:solidFill>
              <a:latin typeface="Lato"/>
              <a:ea typeface="Lato"/>
              <a:cs typeface="Lato"/>
              <a:sym typeface="Lato"/>
            </a:endParaRPr>
          </a:p>
        </p:txBody>
      </p:sp>
      <p:cxnSp>
        <p:nvCxnSpPr>
          <p:cNvPr id="58" name="Google Shape;58;p56"/>
          <p:cNvCxnSpPr/>
          <p:nvPr/>
        </p:nvCxnSpPr>
        <p:spPr>
          <a:xfrm>
            <a:off x="8686958" y="4763328"/>
            <a:ext cx="0" cy="380100"/>
          </a:xfrm>
          <a:prstGeom prst="straightConnector1">
            <a:avLst/>
          </a:prstGeom>
          <a:noFill/>
          <a:ln w="12700" cap="flat" cmpd="sng">
            <a:solidFill>
              <a:srgbClr val="E7E6E6"/>
            </a:solidFill>
            <a:prstDash val="solid"/>
            <a:miter lim="8000"/>
            <a:headEnd type="none" w="sm" len="sm"/>
            <a:tailEnd type="none" w="sm" len="sm"/>
          </a:ln>
        </p:spPr>
      </p:cxnSp>
      <p:sp>
        <p:nvSpPr>
          <p:cNvPr id="59" name="Google Shape;59;p56"/>
          <p:cNvSpPr txBox="1">
            <a:spLocks noGrp="1"/>
          </p:cNvSpPr>
          <p:nvPr>
            <p:ph type="sldNum" idx="12"/>
          </p:nvPr>
        </p:nvSpPr>
        <p:spPr>
          <a:xfrm>
            <a:off x="8690445" y="4862958"/>
            <a:ext cx="460500" cy="192300"/>
          </a:xfrm>
          <a:prstGeom prst="rect">
            <a:avLst/>
          </a:prstGeom>
          <a:noFill/>
          <a:ln>
            <a:noFill/>
          </a:ln>
        </p:spPr>
        <p:txBody>
          <a:bodyPr spcFirstLastPara="1" wrap="square" lIns="34275" tIns="34275" rIns="34275" bIns="34275" anchor="t" anchorCtr="0">
            <a:spAutoFit/>
          </a:bodyPr>
          <a:lstStyle>
            <a:lvl1pPr marL="0" marR="0" lvl="0" indent="0" algn="ctr">
              <a:lnSpc>
                <a:spcPct val="120000"/>
              </a:lnSpc>
              <a:spcBef>
                <a:spcPts val="0"/>
              </a:spcBef>
              <a:spcAft>
                <a:spcPts val="0"/>
              </a:spcAft>
              <a:buClr>
                <a:srgbClr val="888B8D"/>
              </a:buClr>
              <a:buSzPts val="800"/>
              <a:buFont typeface="Lato"/>
              <a:buNone/>
              <a:defRPr sz="800" b="0" i="0" u="none" strike="noStrike" cap="none">
                <a:solidFill>
                  <a:srgbClr val="888B8D"/>
                </a:solidFill>
                <a:latin typeface="Lato"/>
                <a:ea typeface="Lato"/>
                <a:cs typeface="Lato"/>
                <a:sym typeface="Lato"/>
              </a:defRPr>
            </a:lvl1pPr>
            <a:lvl2pPr marL="0" marR="0" lvl="1" indent="0" algn="ctr">
              <a:lnSpc>
                <a:spcPct val="120000"/>
              </a:lnSpc>
              <a:spcBef>
                <a:spcPts val="0"/>
              </a:spcBef>
              <a:spcAft>
                <a:spcPts val="0"/>
              </a:spcAft>
              <a:buClr>
                <a:srgbClr val="888B8D"/>
              </a:buClr>
              <a:buSzPts val="800"/>
              <a:buFont typeface="Lato"/>
              <a:buNone/>
              <a:defRPr sz="800" b="0" i="0" u="none" strike="noStrike" cap="none">
                <a:solidFill>
                  <a:srgbClr val="888B8D"/>
                </a:solidFill>
                <a:latin typeface="Lato"/>
                <a:ea typeface="Lato"/>
                <a:cs typeface="Lato"/>
                <a:sym typeface="Lato"/>
              </a:defRPr>
            </a:lvl2pPr>
            <a:lvl3pPr marL="0" marR="0" lvl="2" indent="0" algn="ctr">
              <a:lnSpc>
                <a:spcPct val="120000"/>
              </a:lnSpc>
              <a:spcBef>
                <a:spcPts val="0"/>
              </a:spcBef>
              <a:spcAft>
                <a:spcPts val="0"/>
              </a:spcAft>
              <a:buClr>
                <a:srgbClr val="888B8D"/>
              </a:buClr>
              <a:buSzPts val="800"/>
              <a:buFont typeface="Lato"/>
              <a:buNone/>
              <a:defRPr sz="800" b="0" i="0" u="none" strike="noStrike" cap="none">
                <a:solidFill>
                  <a:srgbClr val="888B8D"/>
                </a:solidFill>
                <a:latin typeface="Lato"/>
                <a:ea typeface="Lato"/>
                <a:cs typeface="Lato"/>
                <a:sym typeface="Lato"/>
              </a:defRPr>
            </a:lvl3pPr>
            <a:lvl4pPr marL="0" marR="0" lvl="3" indent="0" algn="ctr">
              <a:lnSpc>
                <a:spcPct val="120000"/>
              </a:lnSpc>
              <a:spcBef>
                <a:spcPts val="0"/>
              </a:spcBef>
              <a:spcAft>
                <a:spcPts val="0"/>
              </a:spcAft>
              <a:buClr>
                <a:srgbClr val="888B8D"/>
              </a:buClr>
              <a:buSzPts val="800"/>
              <a:buFont typeface="Lato"/>
              <a:buNone/>
              <a:defRPr sz="800" b="0" i="0" u="none" strike="noStrike" cap="none">
                <a:solidFill>
                  <a:srgbClr val="888B8D"/>
                </a:solidFill>
                <a:latin typeface="Lato"/>
                <a:ea typeface="Lato"/>
                <a:cs typeface="Lato"/>
                <a:sym typeface="Lato"/>
              </a:defRPr>
            </a:lvl4pPr>
            <a:lvl5pPr marL="0" marR="0" lvl="4" indent="0" algn="ctr">
              <a:lnSpc>
                <a:spcPct val="120000"/>
              </a:lnSpc>
              <a:spcBef>
                <a:spcPts val="0"/>
              </a:spcBef>
              <a:spcAft>
                <a:spcPts val="0"/>
              </a:spcAft>
              <a:buClr>
                <a:srgbClr val="888B8D"/>
              </a:buClr>
              <a:buSzPts val="800"/>
              <a:buFont typeface="Lato"/>
              <a:buNone/>
              <a:defRPr sz="800" b="0" i="0" u="none" strike="noStrike" cap="none">
                <a:solidFill>
                  <a:srgbClr val="888B8D"/>
                </a:solidFill>
                <a:latin typeface="Lato"/>
                <a:ea typeface="Lato"/>
                <a:cs typeface="Lato"/>
                <a:sym typeface="Lato"/>
              </a:defRPr>
            </a:lvl5pPr>
            <a:lvl6pPr marL="0" marR="0" lvl="5" indent="0" algn="ctr">
              <a:lnSpc>
                <a:spcPct val="120000"/>
              </a:lnSpc>
              <a:spcBef>
                <a:spcPts val="0"/>
              </a:spcBef>
              <a:spcAft>
                <a:spcPts val="0"/>
              </a:spcAft>
              <a:buClr>
                <a:srgbClr val="888B8D"/>
              </a:buClr>
              <a:buSzPts val="800"/>
              <a:buFont typeface="Lato"/>
              <a:buNone/>
              <a:defRPr sz="800" b="0" i="0" u="none" strike="noStrike" cap="none">
                <a:solidFill>
                  <a:srgbClr val="888B8D"/>
                </a:solidFill>
                <a:latin typeface="Lato"/>
                <a:ea typeface="Lato"/>
                <a:cs typeface="Lato"/>
                <a:sym typeface="Lato"/>
              </a:defRPr>
            </a:lvl6pPr>
            <a:lvl7pPr marL="0" marR="0" lvl="6" indent="0" algn="ctr">
              <a:lnSpc>
                <a:spcPct val="120000"/>
              </a:lnSpc>
              <a:spcBef>
                <a:spcPts val="0"/>
              </a:spcBef>
              <a:spcAft>
                <a:spcPts val="0"/>
              </a:spcAft>
              <a:buClr>
                <a:srgbClr val="888B8D"/>
              </a:buClr>
              <a:buSzPts val="800"/>
              <a:buFont typeface="Lato"/>
              <a:buNone/>
              <a:defRPr sz="800" b="0" i="0" u="none" strike="noStrike" cap="none">
                <a:solidFill>
                  <a:srgbClr val="888B8D"/>
                </a:solidFill>
                <a:latin typeface="Lato"/>
                <a:ea typeface="Lato"/>
                <a:cs typeface="Lato"/>
                <a:sym typeface="Lato"/>
              </a:defRPr>
            </a:lvl7pPr>
            <a:lvl8pPr marL="0" marR="0" lvl="7" indent="0" algn="ctr">
              <a:lnSpc>
                <a:spcPct val="120000"/>
              </a:lnSpc>
              <a:spcBef>
                <a:spcPts val="0"/>
              </a:spcBef>
              <a:spcAft>
                <a:spcPts val="0"/>
              </a:spcAft>
              <a:buClr>
                <a:srgbClr val="888B8D"/>
              </a:buClr>
              <a:buSzPts val="800"/>
              <a:buFont typeface="Lato"/>
              <a:buNone/>
              <a:defRPr sz="800" b="0" i="0" u="none" strike="noStrike" cap="none">
                <a:solidFill>
                  <a:srgbClr val="888B8D"/>
                </a:solidFill>
                <a:latin typeface="Lato"/>
                <a:ea typeface="Lato"/>
                <a:cs typeface="Lato"/>
                <a:sym typeface="Lato"/>
              </a:defRPr>
            </a:lvl8pPr>
            <a:lvl9pPr marL="0" marR="0" lvl="8" indent="0" algn="ctr">
              <a:lnSpc>
                <a:spcPct val="120000"/>
              </a:lnSpc>
              <a:spcBef>
                <a:spcPts val="0"/>
              </a:spcBef>
              <a:spcAft>
                <a:spcPts val="0"/>
              </a:spcAft>
              <a:buClr>
                <a:srgbClr val="888B8D"/>
              </a:buClr>
              <a:buSzPts val="800"/>
              <a:buFont typeface="Lato"/>
              <a:buNone/>
              <a:defRPr sz="800" b="0" i="0" u="none" strike="noStrike" cap="none">
                <a:solidFill>
                  <a:srgbClr val="888B8D"/>
                </a:solidFill>
                <a:latin typeface="Lato"/>
                <a:ea typeface="Lato"/>
                <a:cs typeface="Lato"/>
                <a:sym typeface="Lato"/>
              </a:defRPr>
            </a:lvl9pPr>
          </a:lstStyle>
          <a:p>
            <a:pPr marL="0" lvl="0" indent="0" algn="ctr" rtl="0">
              <a:spcBef>
                <a:spcPts val="0"/>
              </a:spcBef>
              <a:spcAft>
                <a:spcPts val="0"/>
              </a:spcAft>
              <a:buNone/>
            </a:pPr>
            <a:fld id="{00000000-1234-1234-1234-123412341234}" type="slidenum">
              <a:rPr lang="en"/>
              <a:t>‹#›</a:t>
            </a:fld>
            <a:endParaRPr/>
          </a:p>
        </p:txBody>
      </p:sp>
      <p:pic>
        <p:nvPicPr>
          <p:cNvPr id="60" name="Google Shape;60;p56" descr="CZIBioHub-Constellation.png"/>
          <p:cNvPicPr preferRelativeResize="0"/>
          <p:nvPr/>
        </p:nvPicPr>
        <p:blipFill rotWithShape="1">
          <a:blip r:embed="rId4">
            <a:alphaModFix/>
          </a:blip>
          <a:srcRect b="90073"/>
          <a:stretch/>
        </p:blipFill>
        <p:spPr>
          <a:xfrm>
            <a:off x="1881270" y="-30830"/>
            <a:ext cx="7029616" cy="392483"/>
          </a:xfrm>
          <a:prstGeom prst="rect">
            <a:avLst/>
          </a:prstGeom>
          <a:noFill/>
          <a:ln>
            <a:noFill/>
          </a:ln>
        </p:spPr>
      </p:pic>
      <p:sp>
        <p:nvSpPr>
          <p:cNvPr id="61" name="Google Shape;61;p56"/>
          <p:cNvSpPr txBox="1">
            <a:spLocks noGrp="1"/>
          </p:cNvSpPr>
          <p:nvPr>
            <p:ph type="body" idx="1"/>
          </p:nvPr>
        </p:nvSpPr>
        <p:spPr>
          <a:xfrm>
            <a:off x="378875" y="1196151"/>
            <a:ext cx="3635700" cy="908700"/>
          </a:xfrm>
          <a:prstGeom prst="rect">
            <a:avLst/>
          </a:prstGeom>
          <a:noFill/>
          <a:ln>
            <a:noFill/>
          </a:ln>
        </p:spPr>
        <p:txBody>
          <a:bodyPr spcFirstLastPara="1" wrap="square" lIns="34275" tIns="34275" rIns="34275" bIns="34275" anchor="t" anchorCtr="0">
            <a:spAutoFit/>
          </a:bodyPr>
          <a:lstStyle>
            <a:lvl1pPr marL="457200" lvl="0" indent="-342900" algn="l">
              <a:lnSpc>
                <a:spcPct val="115000"/>
              </a:lnSpc>
              <a:spcBef>
                <a:spcPts val="1700"/>
              </a:spcBef>
              <a:spcAft>
                <a:spcPts val="0"/>
              </a:spcAft>
              <a:buSzPts val="1800"/>
              <a:buChar char="●"/>
              <a:defRPr/>
            </a:lvl1pPr>
            <a:lvl2pPr marL="914400" lvl="1" indent="-342900" algn="l">
              <a:lnSpc>
                <a:spcPct val="115000"/>
              </a:lnSpc>
              <a:spcBef>
                <a:spcPts val="1700"/>
              </a:spcBef>
              <a:spcAft>
                <a:spcPts val="0"/>
              </a:spcAft>
              <a:buSzPts val="1800"/>
              <a:buChar char="○"/>
              <a:defRPr/>
            </a:lvl2pPr>
            <a:lvl3pPr marL="1371600" lvl="2" indent="-342900" algn="l">
              <a:lnSpc>
                <a:spcPct val="115000"/>
              </a:lnSpc>
              <a:spcBef>
                <a:spcPts val="1700"/>
              </a:spcBef>
              <a:spcAft>
                <a:spcPts val="0"/>
              </a:spcAft>
              <a:buSzPts val="1800"/>
              <a:buChar char="■"/>
              <a:defRPr/>
            </a:lvl3pPr>
            <a:lvl4pPr marL="1828800" lvl="3" indent="-342900" algn="l">
              <a:lnSpc>
                <a:spcPct val="115000"/>
              </a:lnSpc>
              <a:spcBef>
                <a:spcPts val="1700"/>
              </a:spcBef>
              <a:spcAft>
                <a:spcPts val="0"/>
              </a:spcAft>
              <a:buSzPts val="1800"/>
              <a:buChar char="●"/>
              <a:defRPr/>
            </a:lvl4pPr>
            <a:lvl5pPr marL="2286000" lvl="4" indent="-342900" algn="l">
              <a:lnSpc>
                <a:spcPct val="115000"/>
              </a:lnSpc>
              <a:spcBef>
                <a:spcPts val="1700"/>
              </a:spcBef>
              <a:spcAft>
                <a:spcPts val="0"/>
              </a:spcAft>
              <a:buSzPts val="1800"/>
              <a:buChar char="○"/>
              <a:defRPr/>
            </a:lvl5pPr>
            <a:lvl6pPr marL="2743200" lvl="5" indent="-342900" algn="l">
              <a:lnSpc>
                <a:spcPct val="115000"/>
              </a:lnSpc>
              <a:spcBef>
                <a:spcPts val="1700"/>
              </a:spcBef>
              <a:spcAft>
                <a:spcPts val="0"/>
              </a:spcAft>
              <a:buSzPts val="1800"/>
              <a:buChar char="■"/>
              <a:defRPr/>
            </a:lvl6pPr>
            <a:lvl7pPr marL="3200400" lvl="6" indent="-342900" algn="l">
              <a:lnSpc>
                <a:spcPct val="115000"/>
              </a:lnSpc>
              <a:spcBef>
                <a:spcPts val="1700"/>
              </a:spcBef>
              <a:spcAft>
                <a:spcPts val="0"/>
              </a:spcAft>
              <a:buSzPts val="1800"/>
              <a:buChar char="●"/>
              <a:defRPr/>
            </a:lvl7pPr>
            <a:lvl8pPr marL="3657600" lvl="7" indent="-342900" algn="l">
              <a:lnSpc>
                <a:spcPct val="115000"/>
              </a:lnSpc>
              <a:spcBef>
                <a:spcPts val="1700"/>
              </a:spcBef>
              <a:spcAft>
                <a:spcPts val="0"/>
              </a:spcAft>
              <a:buSzPts val="1800"/>
              <a:buChar char="○"/>
              <a:defRPr/>
            </a:lvl8pPr>
            <a:lvl9pPr marL="4114800" lvl="8" indent="-342900" algn="l">
              <a:lnSpc>
                <a:spcPct val="115000"/>
              </a:lnSpc>
              <a:spcBef>
                <a:spcPts val="1700"/>
              </a:spcBef>
              <a:spcAft>
                <a:spcPts val="0"/>
              </a:spcAft>
              <a:buSzPts val="1800"/>
              <a:buChar char="■"/>
              <a:defRPr/>
            </a:lvl9pPr>
          </a:lstStyle>
          <a:p>
            <a:endParaRPr/>
          </a:p>
        </p:txBody>
      </p:sp>
      <p:sp>
        <p:nvSpPr>
          <p:cNvPr id="62" name="Google Shape;62;p56"/>
          <p:cNvSpPr txBox="1">
            <a:spLocks noGrp="1"/>
          </p:cNvSpPr>
          <p:nvPr>
            <p:ph type="body" idx="2"/>
          </p:nvPr>
        </p:nvSpPr>
        <p:spPr>
          <a:xfrm>
            <a:off x="378875" y="2672981"/>
            <a:ext cx="3635700" cy="1051500"/>
          </a:xfrm>
          <a:prstGeom prst="rect">
            <a:avLst/>
          </a:prstGeom>
          <a:noFill/>
          <a:ln>
            <a:noFill/>
          </a:ln>
        </p:spPr>
        <p:txBody>
          <a:bodyPr spcFirstLastPara="1" wrap="square" lIns="34275" tIns="34275" rIns="34275" bIns="34275" anchor="t" anchorCtr="0">
            <a:spAutoFit/>
          </a:bodyPr>
          <a:lstStyle>
            <a:lvl1pPr marL="457200" lvl="0" indent="-228600" algn="l">
              <a:lnSpc>
                <a:spcPct val="110000"/>
              </a:lnSpc>
              <a:spcBef>
                <a:spcPts val="1300"/>
              </a:spcBef>
              <a:spcAft>
                <a:spcPts val="0"/>
              </a:spcAft>
              <a:buClr>
                <a:schemeClr val="accent1"/>
              </a:buClr>
              <a:buSzPts val="1500"/>
              <a:buFont typeface="Lato"/>
              <a:buNone/>
              <a:defRPr sz="1500" b="1">
                <a:solidFill>
                  <a:schemeClr val="accent1"/>
                </a:solidFill>
                <a:latin typeface="Lato"/>
                <a:ea typeface="Lato"/>
                <a:cs typeface="Lato"/>
                <a:sym typeface="Lato"/>
              </a:defRPr>
            </a:lvl1pPr>
            <a:lvl2pPr marL="914400" lvl="1" indent="-342900" algn="l">
              <a:lnSpc>
                <a:spcPct val="115000"/>
              </a:lnSpc>
              <a:spcBef>
                <a:spcPts val="1700"/>
              </a:spcBef>
              <a:spcAft>
                <a:spcPts val="0"/>
              </a:spcAft>
              <a:buSzPts val="1800"/>
              <a:buChar char="○"/>
              <a:defRPr/>
            </a:lvl2pPr>
            <a:lvl3pPr marL="1371600" lvl="2" indent="-342900" algn="l">
              <a:lnSpc>
                <a:spcPct val="115000"/>
              </a:lnSpc>
              <a:spcBef>
                <a:spcPts val="1700"/>
              </a:spcBef>
              <a:spcAft>
                <a:spcPts val="0"/>
              </a:spcAft>
              <a:buSzPts val="1800"/>
              <a:buChar char="■"/>
              <a:defRPr/>
            </a:lvl3pPr>
            <a:lvl4pPr marL="1828800" lvl="3" indent="-342900" algn="l">
              <a:lnSpc>
                <a:spcPct val="115000"/>
              </a:lnSpc>
              <a:spcBef>
                <a:spcPts val="1700"/>
              </a:spcBef>
              <a:spcAft>
                <a:spcPts val="0"/>
              </a:spcAft>
              <a:buSzPts val="1800"/>
              <a:buChar char="●"/>
              <a:defRPr/>
            </a:lvl4pPr>
            <a:lvl5pPr marL="2286000" lvl="4" indent="-342900" algn="l">
              <a:lnSpc>
                <a:spcPct val="115000"/>
              </a:lnSpc>
              <a:spcBef>
                <a:spcPts val="1700"/>
              </a:spcBef>
              <a:spcAft>
                <a:spcPts val="0"/>
              </a:spcAft>
              <a:buSzPts val="1800"/>
              <a:buChar char="○"/>
              <a:defRPr/>
            </a:lvl5pPr>
            <a:lvl6pPr marL="2743200" lvl="5" indent="-342900" algn="l">
              <a:lnSpc>
                <a:spcPct val="115000"/>
              </a:lnSpc>
              <a:spcBef>
                <a:spcPts val="1700"/>
              </a:spcBef>
              <a:spcAft>
                <a:spcPts val="0"/>
              </a:spcAft>
              <a:buSzPts val="1800"/>
              <a:buChar char="■"/>
              <a:defRPr/>
            </a:lvl6pPr>
            <a:lvl7pPr marL="3200400" lvl="6" indent="-342900" algn="l">
              <a:lnSpc>
                <a:spcPct val="115000"/>
              </a:lnSpc>
              <a:spcBef>
                <a:spcPts val="1700"/>
              </a:spcBef>
              <a:spcAft>
                <a:spcPts val="0"/>
              </a:spcAft>
              <a:buSzPts val="1800"/>
              <a:buChar char="●"/>
              <a:defRPr/>
            </a:lvl7pPr>
            <a:lvl8pPr marL="3657600" lvl="7" indent="-342900" algn="l">
              <a:lnSpc>
                <a:spcPct val="115000"/>
              </a:lnSpc>
              <a:spcBef>
                <a:spcPts val="1700"/>
              </a:spcBef>
              <a:spcAft>
                <a:spcPts val="0"/>
              </a:spcAft>
              <a:buSzPts val="1800"/>
              <a:buChar char="○"/>
              <a:defRPr/>
            </a:lvl8pPr>
            <a:lvl9pPr marL="4114800" lvl="8" indent="-342900" algn="l">
              <a:lnSpc>
                <a:spcPct val="115000"/>
              </a:lnSpc>
              <a:spcBef>
                <a:spcPts val="1700"/>
              </a:spcBef>
              <a:spcAft>
                <a:spcPts val="0"/>
              </a:spcAft>
              <a:buSzPts val="1800"/>
              <a:buChar char="■"/>
              <a:defRPr/>
            </a:lvl9pPr>
          </a:lstStyle>
          <a:p>
            <a:endParaRPr/>
          </a:p>
        </p:txBody>
      </p:sp>
      <p:sp>
        <p:nvSpPr>
          <p:cNvPr id="63" name="Google Shape;63;p56"/>
          <p:cNvSpPr>
            <a:spLocks noGrp="1"/>
          </p:cNvSpPr>
          <p:nvPr>
            <p:ph type="pic" idx="3"/>
          </p:nvPr>
        </p:nvSpPr>
        <p:spPr>
          <a:xfrm>
            <a:off x="4143015" y="381796"/>
            <a:ext cx="4512600" cy="3698100"/>
          </a:xfrm>
          <a:prstGeom prst="rect">
            <a:avLst/>
          </a:prstGeom>
          <a:noFill/>
          <a:ln>
            <a:noFill/>
          </a:ln>
        </p:spPr>
      </p:sp>
      <p:sp>
        <p:nvSpPr>
          <p:cNvPr id="64" name="Google Shape;64;p56"/>
          <p:cNvSpPr txBox="1">
            <a:spLocks noGrp="1"/>
          </p:cNvSpPr>
          <p:nvPr>
            <p:ph type="title"/>
          </p:nvPr>
        </p:nvSpPr>
        <p:spPr>
          <a:xfrm>
            <a:off x="379760" y="4763"/>
            <a:ext cx="7886700" cy="380100"/>
          </a:xfrm>
          <a:prstGeom prst="rect">
            <a:avLst/>
          </a:prstGeom>
          <a:noFill/>
          <a:ln>
            <a:noFill/>
          </a:ln>
        </p:spPr>
        <p:txBody>
          <a:bodyPr spcFirstLastPara="1" wrap="square" lIns="34275" tIns="34275" rIns="34275" bIns="34275" anchor="t" anchorCtr="0">
            <a:normAutofit/>
          </a:bodyPr>
          <a:lstStyle>
            <a:lvl1pPr lvl="0" algn="l">
              <a:lnSpc>
                <a:spcPct val="116666"/>
              </a:lnSpc>
              <a:spcBef>
                <a:spcPts val="0"/>
              </a:spcBef>
              <a:spcAft>
                <a:spcPts val="0"/>
              </a:spcAft>
              <a:buClr>
                <a:srgbClr val="000000"/>
              </a:buClr>
              <a:buSzPts val="2300"/>
              <a:buFont typeface="Arial"/>
              <a:buNone/>
              <a:defRPr sz="2300" b="1">
                <a:latin typeface="Arial"/>
                <a:ea typeface="Arial"/>
                <a:cs typeface="Arial"/>
                <a:sym typeface="Arial"/>
              </a:defRPr>
            </a:lvl1pPr>
            <a:lvl2pPr lvl="1" algn="l">
              <a:lnSpc>
                <a:spcPct val="100000"/>
              </a:lnSpc>
              <a:spcBef>
                <a:spcPts val="0"/>
              </a:spcBef>
              <a:spcAft>
                <a:spcPts val="0"/>
              </a:spcAft>
              <a:buClr>
                <a:srgbClr val="000000"/>
              </a:buClr>
              <a:buSzPts val="700"/>
              <a:buNone/>
              <a:defRPr/>
            </a:lvl2pPr>
            <a:lvl3pPr lvl="2" algn="l">
              <a:lnSpc>
                <a:spcPct val="100000"/>
              </a:lnSpc>
              <a:spcBef>
                <a:spcPts val="0"/>
              </a:spcBef>
              <a:spcAft>
                <a:spcPts val="0"/>
              </a:spcAft>
              <a:buClr>
                <a:srgbClr val="000000"/>
              </a:buClr>
              <a:buSzPts val="700"/>
              <a:buNone/>
              <a:defRPr/>
            </a:lvl3pPr>
            <a:lvl4pPr lvl="3" algn="l">
              <a:lnSpc>
                <a:spcPct val="100000"/>
              </a:lnSpc>
              <a:spcBef>
                <a:spcPts val="0"/>
              </a:spcBef>
              <a:spcAft>
                <a:spcPts val="0"/>
              </a:spcAft>
              <a:buClr>
                <a:srgbClr val="000000"/>
              </a:buClr>
              <a:buSzPts val="700"/>
              <a:buNone/>
              <a:defRPr/>
            </a:lvl4pPr>
            <a:lvl5pPr lvl="4" algn="l">
              <a:lnSpc>
                <a:spcPct val="100000"/>
              </a:lnSpc>
              <a:spcBef>
                <a:spcPts val="0"/>
              </a:spcBef>
              <a:spcAft>
                <a:spcPts val="0"/>
              </a:spcAft>
              <a:buClr>
                <a:srgbClr val="000000"/>
              </a:buClr>
              <a:buSzPts val="700"/>
              <a:buNone/>
              <a:defRPr/>
            </a:lvl5pPr>
            <a:lvl6pPr lvl="5" algn="l">
              <a:lnSpc>
                <a:spcPct val="100000"/>
              </a:lnSpc>
              <a:spcBef>
                <a:spcPts val="0"/>
              </a:spcBef>
              <a:spcAft>
                <a:spcPts val="0"/>
              </a:spcAft>
              <a:buClr>
                <a:srgbClr val="000000"/>
              </a:buClr>
              <a:buSzPts val="700"/>
              <a:buNone/>
              <a:defRPr/>
            </a:lvl6pPr>
            <a:lvl7pPr lvl="6" algn="l">
              <a:lnSpc>
                <a:spcPct val="100000"/>
              </a:lnSpc>
              <a:spcBef>
                <a:spcPts val="0"/>
              </a:spcBef>
              <a:spcAft>
                <a:spcPts val="0"/>
              </a:spcAft>
              <a:buClr>
                <a:srgbClr val="000000"/>
              </a:buClr>
              <a:buSzPts val="700"/>
              <a:buNone/>
              <a:defRPr/>
            </a:lvl7pPr>
            <a:lvl8pPr lvl="7" algn="l">
              <a:lnSpc>
                <a:spcPct val="100000"/>
              </a:lnSpc>
              <a:spcBef>
                <a:spcPts val="0"/>
              </a:spcBef>
              <a:spcAft>
                <a:spcPts val="0"/>
              </a:spcAft>
              <a:buClr>
                <a:srgbClr val="000000"/>
              </a:buClr>
              <a:buSzPts val="700"/>
              <a:buNone/>
              <a:defRPr/>
            </a:lvl8pPr>
            <a:lvl9pPr lvl="8" algn="l">
              <a:lnSpc>
                <a:spcPct val="100000"/>
              </a:lnSpc>
              <a:spcBef>
                <a:spcPts val="0"/>
              </a:spcBef>
              <a:spcAft>
                <a:spcPts val="0"/>
              </a:spcAft>
              <a:buClr>
                <a:srgbClr val="000000"/>
              </a:buClr>
              <a:buSzPts val="7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FullPg-Bullets">
  <p:cSld name="Title-FullPg-Bullets">
    <p:spTree>
      <p:nvGrpSpPr>
        <p:cNvPr id="1" name="Shape 65"/>
        <p:cNvGrpSpPr/>
        <p:nvPr/>
      </p:nvGrpSpPr>
      <p:grpSpPr>
        <a:xfrm>
          <a:off x="0" y="0"/>
          <a:ext cx="0" cy="0"/>
          <a:chOff x="0" y="0"/>
          <a:chExt cx="0" cy="0"/>
        </a:xfrm>
      </p:grpSpPr>
      <p:sp>
        <p:nvSpPr>
          <p:cNvPr id="66" name="Google Shape;66;p57"/>
          <p:cNvSpPr/>
          <p:nvPr/>
        </p:nvSpPr>
        <p:spPr>
          <a:xfrm>
            <a:off x="684" y="4763"/>
            <a:ext cx="9142500" cy="382500"/>
          </a:xfrm>
          <a:prstGeom prst="rect">
            <a:avLst/>
          </a:prstGeom>
          <a:solidFill>
            <a:schemeClr val="accent1">
              <a:alpha val="8627"/>
            </a:schemeClr>
          </a:solidFill>
          <a:ln>
            <a:noFill/>
          </a:ln>
        </p:spPr>
        <p:txBody>
          <a:bodyPr spcFirstLastPara="1" wrap="square" lIns="34275" tIns="34275" rIns="34275" bIns="34275" anchor="ctr" anchorCtr="0">
            <a:noAutofit/>
          </a:bodyPr>
          <a:lstStyle/>
          <a:p>
            <a:pPr marL="177800" marR="0" lvl="0" indent="-177800" algn="l" rtl="0">
              <a:lnSpc>
                <a:spcPct val="90000"/>
              </a:lnSpc>
              <a:spcBef>
                <a:spcPts val="0"/>
              </a:spcBef>
              <a:spcAft>
                <a:spcPts val="0"/>
              </a:spcAft>
              <a:buClr>
                <a:srgbClr val="FFFFFF"/>
              </a:buClr>
              <a:buSzPts val="800"/>
              <a:buFont typeface="Arial"/>
              <a:buNone/>
            </a:pPr>
            <a:endParaRPr sz="800" b="0" i="0" u="none" strike="noStrike" cap="none">
              <a:solidFill>
                <a:srgbClr val="888B8D"/>
              </a:solidFill>
              <a:latin typeface="Lato"/>
              <a:ea typeface="Lato"/>
              <a:cs typeface="Lato"/>
              <a:sym typeface="Lato"/>
            </a:endParaRPr>
          </a:p>
        </p:txBody>
      </p:sp>
      <p:sp>
        <p:nvSpPr>
          <p:cNvPr id="67" name="Google Shape;67;p57"/>
          <p:cNvSpPr/>
          <p:nvPr/>
        </p:nvSpPr>
        <p:spPr>
          <a:xfrm>
            <a:off x="349557" y="4859439"/>
            <a:ext cx="865800" cy="203400"/>
          </a:xfrm>
          <a:prstGeom prst="rect">
            <a:avLst/>
          </a:prstGeom>
          <a:blipFill rotWithShape="1">
            <a:blip r:embed="rId2">
              <a:alphaModFix/>
            </a:blip>
            <a:stretch>
              <a:fillRect/>
            </a:stretch>
          </a:blipFill>
          <a:ln>
            <a:noFill/>
          </a:ln>
        </p:spPr>
        <p:txBody>
          <a:bodyPr spcFirstLastPara="1" wrap="square" lIns="19050" tIns="19050" rIns="19050" bIns="19050" anchor="ctr" anchorCtr="0">
            <a:noAutofit/>
          </a:bodyPr>
          <a:lstStyle/>
          <a:p>
            <a:pPr marL="177800" marR="0" lvl="0" indent="-177800" algn="ctr" rtl="0">
              <a:lnSpc>
                <a:spcPct val="90000"/>
              </a:lnSpc>
              <a:spcBef>
                <a:spcPts val="0"/>
              </a:spcBef>
              <a:spcAft>
                <a:spcPts val="0"/>
              </a:spcAft>
              <a:buClr>
                <a:srgbClr val="FFFFFF"/>
              </a:buClr>
              <a:buSzPts val="800"/>
              <a:buFont typeface="Arial"/>
              <a:buNone/>
            </a:pPr>
            <a:endParaRPr sz="800" b="0" i="0" u="none" strike="noStrike" cap="none">
              <a:solidFill>
                <a:srgbClr val="888B8D"/>
              </a:solidFill>
              <a:latin typeface="Lato"/>
              <a:ea typeface="Lato"/>
              <a:cs typeface="Lato"/>
              <a:sym typeface="Lato"/>
            </a:endParaRPr>
          </a:p>
        </p:txBody>
      </p:sp>
      <p:grpSp>
        <p:nvGrpSpPr>
          <p:cNvPr id="68" name="Google Shape;68;p57"/>
          <p:cNvGrpSpPr/>
          <p:nvPr/>
        </p:nvGrpSpPr>
        <p:grpSpPr>
          <a:xfrm>
            <a:off x="0" y="4762914"/>
            <a:ext cx="9144000" cy="381038"/>
            <a:chOff x="0" y="0"/>
            <a:chExt cx="24384000" cy="1016100"/>
          </a:xfrm>
        </p:grpSpPr>
        <p:sp>
          <p:nvSpPr>
            <p:cNvPr id="69" name="Google Shape;69;p57"/>
            <p:cNvSpPr/>
            <p:nvPr/>
          </p:nvSpPr>
          <p:spPr>
            <a:xfrm>
              <a:off x="0" y="0"/>
              <a:ext cx="24384000" cy="1016100"/>
            </a:xfrm>
            <a:prstGeom prst="rect">
              <a:avLst/>
            </a:prstGeom>
            <a:solidFill>
              <a:srgbClr val="282E31"/>
            </a:solidFill>
            <a:ln>
              <a:noFill/>
            </a:ln>
          </p:spPr>
          <p:txBody>
            <a:bodyPr spcFirstLastPara="1" wrap="square" lIns="19050" tIns="19050" rIns="19050" bIns="19050" anchor="ctr" anchorCtr="0">
              <a:noAutofit/>
            </a:bodyPr>
            <a:lstStyle/>
            <a:p>
              <a:pPr marL="177800" marR="0" lvl="0" indent="-177800" algn="ctr" rtl="0">
                <a:lnSpc>
                  <a:spcPct val="90000"/>
                </a:lnSpc>
                <a:spcBef>
                  <a:spcPts val="0"/>
                </a:spcBef>
                <a:spcAft>
                  <a:spcPts val="0"/>
                </a:spcAft>
                <a:buClr>
                  <a:srgbClr val="5E5E5E"/>
                </a:buClr>
                <a:buSzPts val="800"/>
                <a:buFont typeface="Arial"/>
                <a:buNone/>
              </a:pPr>
              <a:endParaRPr sz="800" b="0" i="0" u="none" strike="noStrike" cap="none">
                <a:solidFill>
                  <a:srgbClr val="888B8D"/>
                </a:solidFill>
                <a:latin typeface="Lato"/>
                <a:ea typeface="Lato"/>
                <a:cs typeface="Lato"/>
                <a:sym typeface="Lato"/>
              </a:endParaRPr>
            </a:p>
          </p:txBody>
        </p:sp>
        <p:sp>
          <p:nvSpPr>
            <p:cNvPr id="70" name="Google Shape;70;p57"/>
            <p:cNvSpPr/>
            <p:nvPr/>
          </p:nvSpPr>
          <p:spPr>
            <a:xfrm>
              <a:off x="893232" y="258505"/>
              <a:ext cx="2309100" cy="542100"/>
            </a:xfrm>
            <a:prstGeom prst="rect">
              <a:avLst/>
            </a:prstGeom>
            <a:blipFill rotWithShape="1">
              <a:blip r:embed="rId3">
                <a:alphaModFix/>
              </a:blip>
              <a:stretch>
                <a:fillRect/>
              </a:stretch>
            </a:blipFill>
            <a:ln>
              <a:noFill/>
            </a:ln>
          </p:spPr>
          <p:txBody>
            <a:bodyPr spcFirstLastPara="1" wrap="square" lIns="19050" tIns="19050" rIns="19050" bIns="19050" anchor="ctr" anchorCtr="0">
              <a:noAutofit/>
            </a:bodyPr>
            <a:lstStyle/>
            <a:p>
              <a:pPr marL="177800" marR="0" lvl="0" indent="-177800" algn="ctr" rtl="0">
                <a:lnSpc>
                  <a:spcPct val="90000"/>
                </a:lnSpc>
                <a:spcBef>
                  <a:spcPts val="0"/>
                </a:spcBef>
                <a:spcAft>
                  <a:spcPts val="0"/>
                </a:spcAft>
                <a:buClr>
                  <a:srgbClr val="FFFFFF"/>
                </a:buClr>
                <a:buSzPts val="800"/>
                <a:buFont typeface="Arial"/>
                <a:buNone/>
              </a:pPr>
              <a:endParaRPr sz="800" b="0" i="0" u="none" strike="noStrike" cap="none">
                <a:solidFill>
                  <a:srgbClr val="888B8D"/>
                </a:solidFill>
                <a:latin typeface="Lato"/>
                <a:ea typeface="Lato"/>
                <a:cs typeface="Lato"/>
                <a:sym typeface="Lato"/>
              </a:endParaRPr>
            </a:p>
          </p:txBody>
        </p:sp>
      </p:grpSp>
      <p:cxnSp>
        <p:nvCxnSpPr>
          <p:cNvPr id="71" name="Google Shape;71;p57"/>
          <p:cNvCxnSpPr/>
          <p:nvPr/>
        </p:nvCxnSpPr>
        <p:spPr>
          <a:xfrm>
            <a:off x="0" y="4763328"/>
            <a:ext cx="9144000" cy="0"/>
          </a:xfrm>
          <a:prstGeom prst="straightConnector1">
            <a:avLst/>
          </a:prstGeom>
          <a:noFill/>
          <a:ln w="12700" cap="flat" cmpd="sng">
            <a:solidFill>
              <a:srgbClr val="E7E6E6"/>
            </a:solidFill>
            <a:prstDash val="solid"/>
            <a:miter lim="8000"/>
            <a:headEnd type="none" w="sm" len="sm"/>
            <a:tailEnd type="none" w="sm" len="sm"/>
          </a:ln>
        </p:spPr>
      </p:cxnSp>
      <p:cxnSp>
        <p:nvCxnSpPr>
          <p:cNvPr id="72" name="Google Shape;72;p57"/>
          <p:cNvCxnSpPr/>
          <p:nvPr/>
        </p:nvCxnSpPr>
        <p:spPr>
          <a:xfrm>
            <a:off x="8686958" y="4763328"/>
            <a:ext cx="0" cy="380100"/>
          </a:xfrm>
          <a:prstGeom prst="straightConnector1">
            <a:avLst/>
          </a:prstGeom>
          <a:noFill/>
          <a:ln w="12700" cap="flat" cmpd="sng">
            <a:solidFill>
              <a:srgbClr val="E7E6E6"/>
            </a:solidFill>
            <a:prstDash val="solid"/>
            <a:miter lim="8000"/>
            <a:headEnd type="none" w="sm" len="sm"/>
            <a:tailEnd type="none" w="sm" len="sm"/>
          </a:ln>
        </p:spPr>
      </p:cxnSp>
      <p:sp>
        <p:nvSpPr>
          <p:cNvPr id="73" name="Google Shape;73;p57"/>
          <p:cNvSpPr txBox="1">
            <a:spLocks noGrp="1"/>
          </p:cNvSpPr>
          <p:nvPr>
            <p:ph type="sldNum" idx="12"/>
          </p:nvPr>
        </p:nvSpPr>
        <p:spPr>
          <a:xfrm>
            <a:off x="8696009" y="4862958"/>
            <a:ext cx="453900" cy="192300"/>
          </a:xfrm>
          <a:prstGeom prst="rect">
            <a:avLst/>
          </a:prstGeom>
          <a:noFill/>
          <a:ln>
            <a:noFill/>
          </a:ln>
        </p:spPr>
        <p:txBody>
          <a:bodyPr spcFirstLastPara="1" wrap="square" lIns="34275" tIns="34275" rIns="34275" bIns="34275" anchor="t" anchorCtr="0">
            <a:spAutoFit/>
          </a:bodyPr>
          <a:lstStyle>
            <a:lvl1pPr marL="0" marR="0" lvl="0" indent="0" algn="ctr">
              <a:lnSpc>
                <a:spcPct val="120000"/>
              </a:lnSpc>
              <a:spcBef>
                <a:spcPts val="0"/>
              </a:spcBef>
              <a:spcAft>
                <a:spcPts val="0"/>
              </a:spcAft>
              <a:buClr>
                <a:srgbClr val="888B8D"/>
              </a:buClr>
              <a:buSzPts val="800"/>
              <a:buFont typeface="Lato"/>
              <a:buNone/>
              <a:defRPr sz="800" b="0" i="0" u="none" strike="noStrike" cap="none">
                <a:solidFill>
                  <a:srgbClr val="888B8D"/>
                </a:solidFill>
                <a:latin typeface="Lato"/>
                <a:ea typeface="Lato"/>
                <a:cs typeface="Lato"/>
                <a:sym typeface="Lato"/>
              </a:defRPr>
            </a:lvl1pPr>
            <a:lvl2pPr marL="0" marR="0" lvl="1" indent="0" algn="ctr">
              <a:lnSpc>
                <a:spcPct val="120000"/>
              </a:lnSpc>
              <a:spcBef>
                <a:spcPts val="0"/>
              </a:spcBef>
              <a:spcAft>
                <a:spcPts val="0"/>
              </a:spcAft>
              <a:buClr>
                <a:srgbClr val="888B8D"/>
              </a:buClr>
              <a:buSzPts val="800"/>
              <a:buFont typeface="Lato"/>
              <a:buNone/>
              <a:defRPr sz="800" b="0" i="0" u="none" strike="noStrike" cap="none">
                <a:solidFill>
                  <a:srgbClr val="888B8D"/>
                </a:solidFill>
                <a:latin typeface="Lato"/>
                <a:ea typeface="Lato"/>
                <a:cs typeface="Lato"/>
                <a:sym typeface="Lato"/>
              </a:defRPr>
            </a:lvl2pPr>
            <a:lvl3pPr marL="0" marR="0" lvl="2" indent="0" algn="ctr">
              <a:lnSpc>
                <a:spcPct val="120000"/>
              </a:lnSpc>
              <a:spcBef>
                <a:spcPts val="0"/>
              </a:spcBef>
              <a:spcAft>
                <a:spcPts val="0"/>
              </a:spcAft>
              <a:buClr>
                <a:srgbClr val="888B8D"/>
              </a:buClr>
              <a:buSzPts val="800"/>
              <a:buFont typeface="Lato"/>
              <a:buNone/>
              <a:defRPr sz="800" b="0" i="0" u="none" strike="noStrike" cap="none">
                <a:solidFill>
                  <a:srgbClr val="888B8D"/>
                </a:solidFill>
                <a:latin typeface="Lato"/>
                <a:ea typeface="Lato"/>
                <a:cs typeface="Lato"/>
                <a:sym typeface="Lato"/>
              </a:defRPr>
            </a:lvl3pPr>
            <a:lvl4pPr marL="0" marR="0" lvl="3" indent="0" algn="ctr">
              <a:lnSpc>
                <a:spcPct val="120000"/>
              </a:lnSpc>
              <a:spcBef>
                <a:spcPts val="0"/>
              </a:spcBef>
              <a:spcAft>
                <a:spcPts val="0"/>
              </a:spcAft>
              <a:buClr>
                <a:srgbClr val="888B8D"/>
              </a:buClr>
              <a:buSzPts val="800"/>
              <a:buFont typeface="Lato"/>
              <a:buNone/>
              <a:defRPr sz="800" b="0" i="0" u="none" strike="noStrike" cap="none">
                <a:solidFill>
                  <a:srgbClr val="888B8D"/>
                </a:solidFill>
                <a:latin typeface="Lato"/>
                <a:ea typeface="Lato"/>
                <a:cs typeface="Lato"/>
                <a:sym typeface="Lato"/>
              </a:defRPr>
            </a:lvl4pPr>
            <a:lvl5pPr marL="0" marR="0" lvl="4" indent="0" algn="ctr">
              <a:lnSpc>
                <a:spcPct val="120000"/>
              </a:lnSpc>
              <a:spcBef>
                <a:spcPts val="0"/>
              </a:spcBef>
              <a:spcAft>
                <a:spcPts val="0"/>
              </a:spcAft>
              <a:buClr>
                <a:srgbClr val="888B8D"/>
              </a:buClr>
              <a:buSzPts val="800"/>
              <a:buFont typeface="Lato"/>
              <a:buNone/>
              <a:defRPr sz="800" b="0" i="0" u="none" strike="noStrike" cap="none">
                <a:solidFill>
                  <a:srgbClr val="888B8D"/>
                </a:solidFill>
                <a:latin typeface="Lato"/>
                <a:ea typeface="Lato"/>
                <a:cs typeface="Lato"/>
                <a:sym typeface="Lato"/>
              </a:defRPr>
            </a:lvl5pPr>
            <a:lvl6pPr marL="0" marR="0" lvl="5" indent="0" algn="ctr">
              <a:lnSpc>
                <a:spcPct val="120000"/>
              </a:lnSpc>
              <a:spcBef>
                <a:spcPts val="0"/>
              </a:spcBef>
              <a:spcAft>
                <a:spcPts val="0"/>
              </a:spcAft>
              <a:buClr>
                <a:srgbClr val="888B8D"/>
              </a:buClr>
              <a:buSzPts val="800"/>
              <a:buFont typeface="Lato"/>
              <a:buNone/>
              <a:defRPr sz="800" b="0" i="0" u="none" strike="noStrike" cap="none">
                <a:solidFill>
                  <a:srgbClr val="888B8D"/>
                </a:solidFill>
                <a:latin typeface="Lato"/>
                <a:ea typeface="Lato"/>
                <a:cs typeface="Lato"/>
                <a:sym typeface="Lato"/>
              </a:defRPr>
            </a:lvl6pPr>
            <a:lvl7pPr marL="0" marR="0" lvl="6" indent="0" algn="ctr">
              <a:lnSpc>
                <a:spcPct val="120000"/>
              </a:lnSpc>
              <a:spcBef>
                <a:spcPts val="0"/>
              </a:spcBef>
              <a:spcAft>
                <a:spcPts val="0"/>
              </a:spcAft>
              <a:buClr>
                <a:srgbClr val="888B8D"/>
              </a:buClr>
              <a:buSzPts val="800"/>
              <a:buFont typeface="Lato"/>
              <a:buNone/>
              <a:defRPr sz="800" b="0" i="0" u="none" strike="noStrike" cap="none">
                <a:solidFill>
                  <a:srgbClr val="888B8D"/>
                </a:solidFill>
                <a:latin typeface="Lato"/>
                <a:ea typeface="Lato"/>
                <a:cs typeface="Lato"/>
                <a:sym typeface="Lato"/>
              </a:defRPr>
            </a:lvl7pPr>
            <a:lvl8pPr marL="0" marR="0" lvl="7" indent="0" algn="ctr">
              <a:lnSpc>
                <a:spcPct val="120000"/>
              </a:lnSpc>
              <a:spcBef>
                <a:spcPts val="0"/>
              </a:spcBef>
              <a:spcAft>
                <a:spcPts val="0"/>
              </a:spcAft>
              <a:buClr>
                <a:srgbClr val="888B8D"/>
              </a:buClr>
              <a:buSzPts val="800"/>
              <a:buFont typeface="Lato"/>
              <a:buNone/>
              <a:defRPr sz="800" b="0" i="0" u="none" strike="noStrike" cap="none">
                <a:solidFill>
                  <a:srgbClr val="888B8D"/>
                </a:solidFill>
                <a:latin typeface="Lato"/>
                <a:ea typeface="Lato"/>
                <a:cs typeface="Lato"/>
                <a:sym typeface="Lato"/>
              </a:defRPr>
            </a:lvl8pPr>
            <a:lvl9pPr marL="0" marR="0" lvl="8" indent="0" algn="ctr">
              <a:lnSpc>
                <a:spcPct val="120000"/>
              </a:lnSpc>
              <a:spcBef>
                <a:spcPts val="0"/>
              </a:spcBef>
              <a:spcAft>
                <a:spcPts val="0"/>
              </a:spcAft>
              <a:buClr>
                <a:srgbClr val="888B8D"/>
              </a:buClr>
              <a:buSzPts val="800"/>
              <a:buFont typeface="Lato"/>
              <a:buNone/>
              <a:defRPr sz="800" b="0" i="0" u="none" strike="noStrike" cap="none">
                <a:solidFill>
                  <a:srgbClr val="888B8D"/>
                </a:solidFill>
                <a:latin typeface="Lato"/>
                <a:ea typeface="Lato"/>
                <a:cs typeface="Lato"/>
                <a:sym typeface="Lato"/>
              </a:defRPr>
            </a:lvl9pPr>
          </a:lstStyle>
          <a:p>
            <a:pPr marL="0" lvl="0" indent="0" algn="ctr" rtl="0">
              <a:spcBef>
                <a:spcPts val="0"/>
              </a:spcBef>
              <a:spcAft>
                <a:spcPts val="0"/>
              </a:spcAft>
              <a:buNone/>
            </a:pPr>
            <a:fld id="{00000000-1234-1234-1234-123412341234}" type="slidenum">
              <a:rPr lang="en"/>
              <a:t>‹#›</a:t>
            </a:fld>
            <a:endParaRPr/>
          </a:p>
        </p:txBody>
      </p:sp>
      <p:pic>
        <p:nvPicPr>
          <p:cNvPr id="74" name="Google Shape;74;p57" descr="CZIBioHub-Constellation.png"/>
          <p:cNvPicPr preferRelativeResize="0"/>
          <p:nvPr/>
        </p:nvPicPr>
        <p:blipFill rotWithShape="1">
          <a:blip r:embed="rId4">
            <a:alphaModFix/>
          </a:blip>
          <a:srcRect b="90073"/>
          <a:stretch/>
        </p:blipFill>
        <p:spPr>
          <a:xfrm>
            <a:off x="1881270" y="-30830"/>
            <a:ext cx="7029616" cy="392483"/>
          </a:xfrm>
          <a:prstGeom prst="rect">
            <a:avLst/>
          </a:prstGeom>
          <a:noFill/>
          <a:ln>
            <a:noFill/>
          </a:ln>
        </p:spPr>
      </p:pic>
      <p:sp>
        <p:nvSpPr>
          <p:cNvPr id="75" name="Google Shape;75;p57"/>
          <p:cNvSpPr txBox="1">
            <a:spLocks noGrp="1"/>
          </p:cNvSpPr>
          <p:nvPr>
            <p:ph type="body" idx="1"/>
          </p:nvPr>
        </p:nvSpPr>
        <p:spPr>
          <a:xfrm>
            <a:off x="381000" y="285980"/>
            <a:ext cx="8312100" cy="4377600"/>
          </a:xfrm>
          <a:prstGeom prst="rect">
            <a:avLst/>
          </a:prstGeom>
          <a:noFill/>
          <a:ln>
            <a:noFill/>
          </a:ln>
        </p:spPr>
        <p:txBody>
          <a:bodyPr spcFirstLastPara="1" wrap="square" lIns="34275" tIns="34275" rIns="34275" bIns="34275" anchor="ctr" anchorCtr="0">
            <a:noAutofit/>
          </a:bodyPr>
          <a:lstStyle>
            <a:lvl1pPr marL="457200" lvl="0" indent="-342900" algn="l">
              <a:lnSpc>
                <a:spcPct val="115000"/>
              </a:lnSpc>
              <a:spcBef>
                <a:spcPts val="1700"/>
              </a:spcBef>
              <a:spcAft>
                <a:spcPts val="0"/>
              </a:spcAft>
              <a:buSzPts val="1800"/>
              <a:buChar char="●"/>
              <a:defRPr/>
            </a:lvl1pPr>
            <a:lvl2pPr marL="914400" lvl="1" indent="-342900" algn="l">
              <a:lnSpc>
                <a:spcPct val="115000"/>
              </a:lnSpc>
              <a:spcBef>
                <a:spcPts val="1700"/>
              </a:spcBef>
              <a:spcAft>
                <a:spcPts val="0"/>
              </a:spcAft>
              <a:buSzPts val="1800"/>
              <a:buChar char="○"/>
              <a:defRPr/>
            </a:lvl2pPr>
            <a:lvl3pPr marL="1371600" lvl="2" indent="-342900" algn="l">
              <a:lnSpc>
                <a:spcPct val="115000"/>
              </a:lnSpc>
              <a:spcBef>
                <a:spcPts val="1700"/>
              </a:spcBef>
              <a:spcAft>
                <a:spcPts val="0"/>
              </a:spcAft>
              <a:buSzPts val="1800"/>
              <a:buChar char="■"/>
              <a:defRPr/>
            </a:lvl3pPr>
            <a:lvl4pPr marL="1828800" lvl="3" indent="-342900" algn="l">
              <a:lnSpc>
                <a:spcPct val="115000"/>
              </a:lnSpc>
              <a:spcBef>
                <a:spcPts val="1700"/>
              </a:spcBef>
              <a:spcAft>
                <a:spcPts val="0"/>
              </a:spcAft>
              <a:buSzPts val="1800"/>
              <a:buChar char="●"/>
              <a:defRPr/>
            </a:lvl4pPr>
            <a:lvl5pPr marL="2286000" lvl="4" indent="-342900" algn="l">
              <a:lnSpc>
                <a:spcPct val="115000"/>
              </a:lnSpc>
              <a:spcBef>
                <a:spcPts val="1700"/>
              </a:spcBef>
              <a:spcAft>
                <a:spcPts val="0"/>
              </a:spcAft>
              <a:buSzPts val="1800"/>
              <a:buChar char="○"/>
              <a:defRPr/>
            </a:lvl5pPr>
            <a:lvl6pPr marL="2743200" lvl="5" indent="-342900" algn="l">
              <a:lnSpc>
                <a:spcPct val="115000"/>
              </a:lnSpc>
              <a:spcBef>
                <a:spcPts val="1700"/>
              </a:spcBef>
              <a:spcAft>
                <a:spcPts val="0"/>
              </a:spcAft>
              <a:buSzPts val="1800"/>
              <a:buChar char="■"/>
              <a:defRPr/>
            </a:lvl6pPr>
            <a:lvl7pPr marL="3200400" lvl="6" indent="-342900" algn="l">
              <a:lnSpc>
                <a:spcPct val="115000"/>
              </a:lnSpc>
              <a:spcBef>
                <a:spcPts val="1700"/>
              </a:spcBef>
              <a:spcAft>
                <a:spcPts val="0"/>
              </a:spcAft>
              <a:buSzPts val="1800"/>
              <a:buChar char="●"/>
              <a:defRPr/>
            </a:lvl7pPr>
            <a:lvl8pPr marL="3657600" lvl="7" indent="-342900" algn="l">
              <a:lnSpc>
                <a:spcPct val="115000"/>
              </a:lnSpc>
              <a:spcBef>
                <a:spcPts val="1700"/>
              </a:spcBef>
              <a:spcAft>
                <a:spcPts val="0"/>
              </a:spcAft>
              <a:buSzPts val="1800"/>
              <a:buChar char="○"/>
              <a:defRPr/>
            </a:lvl8pPr>
            <a:lvl9pPr marL="4114800" lvl="8" indent="-342900" algn="l">
              <a:lnSpc>
                <a:spcPct val="115000"/>
              </a:lnSpc>
              <a:spcBef>
                <a:spcPts val="1700"/>
              </a:spcBef>
              <a:spcAft>
                <a:spcPts val="0"/>
              </a:spcAft>
              <a:buSzPts val="1800"/>
              <a:buChar char="■"/>
              <a:defRPr/>
            </a:lvl9pPr>
          </a:lstStyle>
          <a:p>
            <a:endParaRPr/>
          </a:p>
        </p:txBody>
      </p:sp>
      <p:sp>
        <p:nvSpPr>
          <p:cNvPr id="76" name="Google Shape;76;p57"/>
          <p:cNvSpPr txBox="1">
            <a:spLocks noGrp="1"/>
          </p:cNvSpPr>
          <p:nvPr>
            <p:ph type="body" idx="2"/>
          </p:nvPr>
        </p:nvSpPr>
        <p:spPr>
          <a:xfrm>
            <a:off x="381471" y="5885"/>
            <a:ext cx="7886700" cy="380100"/>
          </a:xfrm>
          <a:prstGeom prst="rect">
            <a:avLst/>
          </a:prstGeom>
          <a:noFill/>
          <a:ln>
            <a:noFill/>
          </a:ln>
        </p:spPr>
        <p:txBody>
          <a:bodyPr spcFirstLastPara="1" wrap="square" lIns="34275" tIns="34275" rIns="34275" bIns="34275" anchor="t" anchorCtr="0">
            <a:normAutofit/>
          </a:bodyPr>
          <a:lstStyle>
            <a:lvl1pPr marL="457200" lvl="0" indent="-228600" algn="l">
              <a:lnSpc>
                <a:spcPct val="115384"/>
              </a:lnSpc>
              <a:spcBef>
                <a:spcPts val="0"/>
              </a:spcBef>
              <a:spcAft>
                <a:spcPts val="0"/>
              </a:spcAft>
              <a:buClr>
                <a:srgbClr val="000000"/>
              </a:buClr>
              <a:buSzPts val="2000"/>
              <a:buFont typeface="Arial"/>
              <a:buNone/>
              <a:defRPr sz="2000">
                <a:solidFill>
                  <a:srgbClr val="000000"/>
                </a:solidFill>
              </a:defRPr>
            </a:lvl1pPr>
            <a:lvl2pPr marL="914400" lvl="1" indent="-342900" algn="l">
              <a:lnSpc>
                <a:spcPct val="115000"/>
              </a:lnSpc>
              <a:spcBef>
                <a:spcPts val="1700"/>
              </a:spcBef>
              <a:spcAft>
                <a:spcPts val="0"/>
              </a:spcAft>
              <a:buSzPts val="1800"/>
              <a:buChar char="○"/>
              <a:defRPr/>
            </a:lvl2pPr>
            <a:lvl3pPr marL="1371600" lvl="2" indent="-342900" algn="l">
              <a:lnSpc>
                <a:spcPct val="115000"/>
              </a:lnSpc>
              <a:spcBef>
                <a:spcPts val="1700"/>
              </a:spcBef>
              <a:spcAft>
                <a:spcPts val="0"/>
              </a:spcAft>
              <a:buSzPts val="1800"/>
              <a:buChar char="■"/>
              <a:defRPr/>
            </a:lvl3pPr>
            <a:lvl4pPr marL="1828800" lvl="3" indent="-342900" algn="l">
              <a:lnSpc>
                <a:spcPct val="115000"/>
              </a:lnSpc>
              <a:spcBef>
                <a:spcPts val="1700"/>
              </a:spcBef>
              <a:spcAft>
                <a:spcPts val="0"/>
              </a:spcAft>
              <a:buSzPts val="1800"/>
              <a:buChar char="●"/>
              <a:defRPr/>
            </a:lvl4pPr>
            <a:lvl5pPr marL="2286000" lvl="4" indent="-342900" algn="l">
              <a:lnSpc>
                <a:spcPct val="115000"/>
              </a:lnSpc>
              <a:spcBef>
                <a:spcPts val="1700"/>
              </a:spcBef>
              <a:spcAft>
                <a:spcPts val="0"/>
              </a:spcAft>
              <a:buSzPts val="1800"/>
              <a:buChar char="○"/>
              <a:defRPr/>
            </a:lvl5pPr>
            <a:lvl6pPr marL="2743200" lvl="5" indent="-342900" algn="l">
              <a:lnSpc>
                <a:spcPct val="115000"/>
              </a:lnSpc>
              <a:spcBef>
                <a:spcPts val="1700"/>
              </a:spcBef>
              <a:spcAft>
                <a:spcPts val="0"/>
              </a:spcAft>
              <a:buSzPts val="1800"/>
              <a:buChar char="■"/>
              <a:defRPr/>
            </a:lvl6pPr>
            <a:lvl7pPr marL="3200400" lvl="6" indent="-342900" algn="l">
              <a:lnSpc>
                <a:spcPct val="115000"/>
              </a:lnSpc>
              <a:spcBef>
                <a:spcPts val="1700"/>
              </a:spcBef>
              <a:spcAft>
                <a:spcPts val="0"/>
              </a:spcAft>
              <a:buSzPts val="1800"/>
              <a:buChar char="●"/>
              <a:defRPr/>
            </a:lvl7pPr>
            <a:lvl8pPr marL="3657600" lvl="7" indent="-342900" algn="l">
              <a:lnSpc>
                <a:spcPct val="115000"/>
              </a:lnSpc>
              <a:spcBef>
                <a:spcPts val="1700"/>
              </a:spcBef>
              <a:spcAft>
                <a:spcPts val="0"/>
              </a:spcAft>
              <a:buSzPts val="1800"/>
              <a:buChar char="○"/>
              <a:defRPr/>
            </a:lvl8pPr>
            <a:lvl9pPr marL="4114800" lvl="8" indent="-342900" algn="l">
              <a:lnSpc>
                <a:spcPct val="115000"/>
              </a:lnSpc>
              <a:spcBef>
                <a:spcPts val="1700"/>
              </a:spcBef>
              <a:spcAft>
                <a:spcPts val="0"/>
              </a:spcAft>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Blank w/ tree">
  <p:cSld name="Blank w/ tree">
    <p:spTree>
      <p:nvGrpSpPr>
        <p:cNvPr id="1" name="Shape 77"/>
        <p:cNvGrpSpPr/>
        <p:nvPr/>
      </p:nvGrpSpPr>
      <p:grpSpPr>
        <a:xfrm>
          <a:off x="0" y="0"/>
          <a:ext cx="0" cy="0"/>
          <a:chOff x="0" y="0"/>
          <a:chExt cx="0" cy="0"/>
        </a:xfrm>
      </p:grpSpPr>
      <p:sp>
        <p:nvSpPr>
          <p:cNvPr id="78" name="Google Shape;78;p58"/>
          <p:cNvSpPr txBox="1">
            <a:spLocks noGrp="1"/>
          </p:cNvSpPr>
          <p:nvPr>
            <p:ph type="title"/>
          </p:nvPr>
        </p:nvSpPr>
        <p:spPr>
          <a:xfrm>
            <a:off x="688657" y="295656"/>
            <a:ext cx="7823700" cy="6549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595959"/>
              </a:buClr>
              <a:buSzPts val="2700"/>
              <a:buFont typeface="Poppins"/>
              <a:buNone/>
              <a:defRPr sz="2700" b="0">
                <a:solidFill>
                  <a:srgbClr val="595959"/>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9" name="Google Shape;79;p58"/>
          <p:cNvSpPr txBox="1">
            <a:spLocks noGrp="1"/>
          </p:cNvSpPr>
          <p:nvPr>
            <p:ph type="body" idx="1"/>
          </p:nvPr>
        </p:nvSpPr>
        <p:spPr>
          <a:xfrm>
            <a:off x="688657" y="1151334"/>
            <a:ext cx="7823700" cy="3557700"/>
          </a:xfrm>
          <a:prstGeom prst="rect">
            <a:avLst/>
          </a:prstGeom>
          <a:noFill/>
          <a:ln>
            <a:noFill/>
          </a:ln>
        </p:spPr>
        <p:txBody>
          <a:bodyPr spcFirstLastPara="1" wrap="square" lIns="68575" tIns="34275" rIns="68575" bIns="34275" anchor="ctr" anchorCtr="0">
            <a:normAutofit/>
          </a:bodyPr>
          <a:lstStyle>
            <a:lvl1pPr marL="457200" lvl="0" indent="-342900" algn="l">
              <a:lnSpc>
                <a:spcPct val="90000"/>
              </a:lnSpc>
              <a:spcBef>
                <a:spcPts val="900"/>
              </a:spcBef>
              <a:spcAft>
                <a:spcPts val="0"/>
              </a:spcAft>
              <a:buSzPts val="1800"/>
              <a:buChar char="●"/>
              <a:defRPr sz="1800"/>
            </a:lvl1pPr>
            <a:lvl2pPr marL="914400" lvl="1" indent="-317500" algn="l">
              <a:lnSpc>
                <a:spcPct val="90000"/>
              </a:lnSpc>
              <a:spcBef>
                <a:spcPts val="300"/>
              </a:spcBef>
              <a:spcAft>
                <a:spcPts val="0"/>
              </a:spcAft>
              <a:buSzPts val="1400"/>
              <a:buChar char="●"/>
              <a:defRPr sz="1400"/>
            </a:lvl2pPr>
            <a:lvl3pPr marL="1371600" lvl="2" indent="-304800" algn="l">
              <a:lnSpc>
                <a:spcPct val="90000"/>
              </a:lnSpc>
              <a:spcBef>
                <a:spcPts val="200"/>
              </a:spcBef>
              <a:spcAft>
                <a:spcPts val="0"/>
              </a:spcAft>
              <a:buSzPts val="1200"/>
              <a:buChar char="●"/>
              <a:defRPr sz="1200"/>
            </a:lvl3pPr>
            <a:lvl4pPr marL="1828800" lvl="3" indent="-298450" algn="l">
              <a:lnSpc>
                <a:spcPct val="90000"/>
              </a:lnSpc>
              <a:spcBef>
                <a:spcPts val="200"/>
              </a:spcBef>
              <a:spcAft>
                <a:spcPts val="0"/>
              </a:spcAft>
              <a:buSzPts val="1100"/>
              <a:buChar char="●"/>
              <a:defRPr sz="1100"/>
            </a:lvl4pPr>
            <a:lvl5pPr marL="2286000" lvl="4" indent="-298450" algn="l">
              <a:lnSpc>
                <a:spcPct val="90000"/>
              </a:lnSpc>
              <a:spcBef>
                <a:spcPts val="200"/>
              </a:spcBef>
              <a:spcAft>
                <a:spcPts val="0"/>
              </a:spcAft>
              <a:buSzPts val="1100"/>
              <a:buChar char="●"/>
              <a:defRPr sz="1100"/>
            </a:lvl5pPr>
            <a:lvl6pPr marL="2743200" lvl="5" indent="-298450" algn="l">
              <a:lnSpc>
                <a:spcPct val="90000"/>
              </a:lnSpc>
              <a:spcBef>
                <a:spcPts val="200"/>
              </a:spcBef>
              <a:spcAft>
                <a:spcPts val="0"/>
              </a:spcAft>
              <a:buSzPts val="1100"/>
              <a:buChar char="●"/>
              <a:defRPr sz="1100"/>
            </a:lvl6pPr>
            <a:lvl7pPr marL="3200400" lvl="6" indent="-298450" algn="l">
              <a:lnSpc>
                <a:spcPct val="90000"/>
              </a:lnSpc>
              <a:spcBef>
                <a:spcPts val="200"/>
              </a:spcBef>
              <a:spcAft>
                <a:spcPts val="0"/>
              </a:spcAft>
              <a:buSzPts val="1100"/>
              <a:buChar char="●"/>
              <a:defRPr sz="1100"/>
            </a:lvl7pPr>
            <a:lvl8pPr marL="3657600" lvl="7" indent="-298450" algn="l">
              <a:lnSpc>
                <a:spcPct val="90000"/>
              </a:lnSpc>
              <a:spcBef>
                <a:spcPts val="200"/>
              </a:spcBef>
              <a:spcAft>
                <a:spcPts val="0"/>
              </a:spcAft>
              <a:buSzPts val="1100"/>
              <a:buChar char="●"/>
              <a:defRPr sz="1100"/>
            </a:lvl8pPr>
            <a:lvl9pPr marL="4114800" lvl="8" indent="-298450" algn="l">
              <a:lnSpc>
                <a:spcPct val="90000"/>
              </a:lnSpc>
              <a:spcBef>
                <a:spcPts val="200"/>
              </a:spcBef>
              <a:spcAft>
                <a:spcPts val="200"/>
              </a:spcAft>
              <a:buSzPts val="1100"/>
              <a:buChar char="●"/>
              <a:defRPr sz="1100"/>
            </a:lvl9pPr>
          </a:lstStyle>
          <a:p>
            <a:endParaRPr/>
          </a:p>
        </p:txBody>
      </p:sp>
      <p:pic>
        <p:nvPicPr>
          <p:cNvPr id="80" name="Google Shape;80;p58"/>
          <p:cNvPicPr preferRelativeResize="0"/>
          <p:nvPr/>
        </p:nvPicPr>
        <p:blipFill rotWithShape="1">
          <a:blip r:embed="rId2">
            <a:alphaModFix/>
          </a:blip>
          <a:srcRect/>
          <a:stretch/>
        </p:blipFill>
        <p:spPr>
          <a:xfrm>
            <a:off x="0" y="4953000"/>
            <a:ext cx="9144000" cy="190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4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4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55CC"/>
        </a:solidFill>
        <a:effectLst/>
      </p:bgPr>
    </p:bg>
    <p:spTree>
      <p:nvGrpSpPr>
        <p:cNvPr id="1" name="Shape 84"/>
        <p:cNvGrpSpPr/>
        <p:nvPr/>
      </p:nvGrpSpPr>
      <p:grpSpPr>
        <a:xfrm>
          <a:off x="0" y="0"/>
          <a:ext cx="0" cy="0"/>
          <a:chOff x="0" y="0"/>
          <a:chExt cx="0" cy="0"/>
        </a:xfrm>
      </p:grpSpPr>
      <p:sp>
        <p:nvSpPr>
          <p:cNvPr id="85" name="Google Shape;85;p1"/>
          <p:cNvSpPr txBox="1">
            <a:spLocks noGrp="1"/>
          </p:cNvSpPr>
          <p:nvPr>
            <p:ph type="ctrTitle"/>
          </p:nvPr>
        </p:nvSpPr>
        <p:spPr>
          <a:xfrm>
            <a:off x="112725" y="660850"/>
            <a:ext cx="8962200" cy="25563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990"/>
              <a:buNone/>
            </a:pPr>
            <a:r>
              <a:rPr lang="en" sz="3200" b="1">
                <a:solidFill>
                  <a:schemeClr val="lt1"/>
                </a:solidFill>
                <a:latin typeface="STIX Two Text"/>
                <a:ea typeface="STIX Two Text"/>
                <a:cs typeface="STIX Two Text"/>
                <a:sym typeface="STIX Two Text"/>
              </a:rPr>
              <a:t>Introduction to Applied Genomic Epidemiology </a:t>
            </a:r>
            <a:endParaRPr sz="3200" b="1">
              <a:solidFill>
                <a:schemeClr val="lt1"/>
              </a:solidFill>
              <a:latin typeface="STIX Two Text"/>
              <a:ea typeface="STIX Two Text"/>
              <a:cs typeface="STIX Two Text"/>
              <a:sym typeface="STIX Two Text"/>
            </a:endParaRPr>
          </a:p>
          <a:p>
            <a:pPr marL="0" lvl="0" indent="0" algn="l" rtl="0">
              <a:lnSpc>
                <a:spcPct val="100000"/>
              </a:lnSpc>
              <a:spcBef>
                <a:spcPts val="0"/>
              </a:spcBef>
              <a:spcAft>
                <a:spcPts val="0"/>
              </a:spcAft>
              <a:buSzPts val="990"/>
              <a:buNone/>
            </a:pPr>
            <a:endParaRPr sz="3200" b="1">
              <a:solidFill>
                <a:schemeClr val="accent3"/>
              </a:solidFill>
              <a:latin typeface="STIX Two Text"/>
              <a:ea typeface="STIX Two Text"/>
              <a:cs typeface="STIX Two Text"/>
              <a:sym typeface="STIX Two Text"/>
            </a:endParaRPr>
          </a:p>
        </p:txBody>
      </p:sp>
      <p:sp>
        <p:nvSpPr>
          <p:cNvPr id="86" name="Google Shape;86;p1"/>
          <p:cNvSpPr txBox="1">
            <a:spLocks noGrp="1"/>
          </p:cNvSpPr>
          <p:nvPr>
            <p:ph type="subTitle" idx="1"/>
          </p:nvPr>
        </p:nvSpPr>
        <p:spPr>
          <a:xfrm>
            <a:off x="311700" y="3217150"/>
            <a:ext cx="8520600" cy="1137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endParaRPr sz="1800" dirty="0">
              <a:solidFill>
                <a:schemeClr val="accent3"/>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idx="4294967295"/>
          </p:nvPr>
        </p:nvSpPr>
        <p:spPr>
          <a:xfrm>
            <a:off x="187650" y="138675"/>
            <a:ext cx="8768700" cy="698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b="1">
                <a:latin typeface="STIX Two Text"/>
                <a:ea typeface="STIX Two Text"/>
                <a:cs typeface="STIX Two Text"/>
                <a:sym typeface="STIX Two Text"/>
              </a:rPr>
              <a:t>Outline</a:t>
            </a:r>
            <a:endParaRPr sz="3100" b="1">
              <a:latin typeface="STIX Two Text"/>
              <a:ea typeface="STIX Two Text"/>
              <a:cs typeface="STIX Two Text"/>
              <a:sym typeface="STIX Two Text"/>
            </a:endParaRPr>
          </a:p>
        </p:txBody>
      </p:sp>
      <p:sp>
        <p:nvSpPr>
          <p:cNvPr id="92" name="Google Shape;92;p2"/>
          <p:cNvSpPr txBox="1"/>
          <p:nvPr/>
        </p:nvSpPr>
        <p:spPr>
          <a:xfrm>
            <a:off x="331500" y="1509750"/>
            <a:ext cx="8481000" cy="15699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00000"/>
              </a:lnSpc>
              <a:spcBef>
                <a:spcPts val="0"/>
              </a:spcBef>
              <a:spcAft>
                <a:spcPts val="0"/>
              </a:spcAft>
              <a:buClr>
                <a:srgbClr val="000000"/>
              </a:buClr>
              <a:buSzPts val="1800"/>
              <a:buFont typeface="Lato"/>
              <a:buAutoNum type="arabicPeriod"/>
            </a:pPr>
            <a:r>
              <a:rPr lang="en" sz="1800" b="0" i="0" u="none" strike="noStrike" cap="none">
                <a:solidFill>
                  <a:srgbClr val="000000"/>
                </a:solidFill>
                <a:latin typeface="Lato"/>
                <a:ea typeface="Lato"/>
                <a:cs typeface="Lato"/>
                <a:sym typeface="Lato"/>
              </a:rPr>
              <a:t>Theory - overlapping timescales of infectious disease transmission and pathogen evolution.</a:t>
            </a:r>
            <a:endParaRPr sz="1800" b="0" i="0" u="none" strike="noStrike" cap="none">
              <a:solidFill>
                <a:srgbClr val="000000"/>
              </a:solidFill>
              <a:latin typeface="Lato"/>
              <a:ea typeface="Lato"/>
              <a:cs typeface="Lato"/>
              <a:sym typeface="Lato"/>
            </a:endParaRPr>
          </a:p>
          <a:p>
            <a:pPr marL="45720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ato"/>
              <a:ea typeface="Lato"/>
              <a:cs typeface="Lato"/>
              <a:sym typeface="Lato"/>
            </a:endParaRPr>
          </a:p>
          <a:p>
            <a:pPr marL="457200" marR="0" lvl="0" indent="-342900" algn="l" rtl="0">
              <a:lnSpc>
                <a:spcPct val="100000"/>
              </a:lnSpc>
              <a:spcBef>
                <a:spcPts val="0"/>
              </a:spcBef>
              <a:spcAft>
                <a:spcPts val="0"/>
              </a:spcAft>
              <a:buClr>
                <a:srgbClr val="000000"/>
              </a:buClr>
              <a:buSzPts val="1800"/>
              <a:buFont typeface="Lato"/>
              <a:buAutoNum type="arabicPeriod"/>
            </a:pPr>
            <a:r>
              <a:rPr lang="en" sz="1800" b="0" i="0" u="none" strike="noStrike" cap="none">
                <a:solidFill>
                  <a:schemeClr val="dk1"/>
                </a:solidFill>
                <a:latin typeface="Lato"/>
                <a:ea typeface="Lato"/>
                <a:cs typeface="Lato"/>
                <a:sym typeface="Lato"/>
              </a:rPr>
              <a:t>Different applications of genomic data for exploring epidemiologic questions.</a:t>
            </a:r>
            <a:endParaRPr sz="1800" b="0" i="0" u="none" strike="noStrike" cap="none">
              <a:solidFill>
                <a:schemeClr val="dk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txBox="1">
            <a:spLocks noGrp="1"/>
          </p:cNvSpPr>
          <p:nvPr>
            <p:ph type="body" idx="4294967295"/>
          </p:nvPr>
        </p:nvSpPr>
        <p:spPr>
          <a:xfrm>
            <a:off x="7" y="465910"/>
            <a:ext cx="7823700" cy="759600"/>
          </a:xfrm>
          <a:prstGeom prst="rect">
            <a:avLst/>
          </a:prstGeom>
          <a:noFill/>
          <a:ln>
            <a:noFill/>
          </a:ln>
        </p:spPr>
        <p:txBody>
          <a:bodyPr spcFirstLastPara="1" wrap="square" lIns="68575" tIns="34275" rIns="68575" bIns="34275" anchor="ctr" anchorCtr="0">
            <a:normAutofit/>
          </a:bodyPr>
          <a:lstStyle/>
          <a:p>
            <a:pPr marL="254000" lvl="0" indent="-254000" algn="l" rtl="0">
              <a:lnSpc>
                <a:spcPct val="90000"/>
              </a:lnSpc>
              <a:spcBef>
                <a:spcPts val="0"/>
              </a:spcBef>
              <a:spcAft>
                <a:spcPts val="0"/>
              </a:spcAft>
              <a:buClr>
                <a:schemeClr val="dk1"/>
              </a:buClr>
              <a:buSzPts val="1800"/>
              <a:buFont typeface="Arial"/>
              <a:buChar char="•"/>
            </a:pPr>
            <a:r>
              <a:rPr lang="en">
                <a:solidFill>
                  <a:schemeClr val="dk1"/>
                </a:solidFill>
                <a:latin typeface="Lato"/>
                <a:ea typeface="Lato"/>
                <a:cs typeface="Lato"/>
                <a:sym typeface="Lato"/>
              </a:rPr>
              <a:t>S</a:t>
            </a:r>
            <a:r>
              <a:rPr lang="en" sz="1800" i="0" u="none" strike="noStrike" cap="none">
                <a:solidFill>
                  <a:schemeClr val="dk1"/>
                </a:solidFill>
                <a:latin typeface="Lato"/>
                <a:ea typeface="Lato"/>
                <a:cs typeface="Lato"/>
                <a:sym typeface="Lato"/>
              </a:rPr>
              <a:t>tudy of the </a:t>
            </a:r>
            <a:r>
              <a:rPr lang="en">
                <a:solidFill>
                  <a:schemeClr val="dk1"/>
                </a:solidFill>
                <a:latin typeface="Lato"/>
                <a:ea typeface="Lato"/>
                <a:cs typeface="Lato"/>
                <a:sym typeface="Lato"/>
              </a:rPr>
              <a:t>occurrence and causes</a:t>
            </a:r>
            <a:r>
              <a:rPr lang="en" sz="1800" i="0" u="none" strike="noStrike" cap="none">
                <a:solidFill>
                  <a:schemeClr val="dk1"/>
                </a:solidFill>
                <a:latin typeface="Lato"/>
                <a:ea typeface="Lato"/>
                <a:cs typeface="Lato"/>
                <a:sym typeface="Lato"/>
              </a:rPr>
              <a:t> of diseases in a population</a:t>
            </a:r>
            <a:endParaRPr>
              <a:solidFill>
                <a:schemeClr val="dk1"/>
              </a:solidFill>
              <a:latin typeface="Lato"/>
              <a:ea typeface="Lato"/>
              <a:cs typeface="Lato"/>
              <a:sym typeface="Lato"/>
            </a:endParaRPr>
          </a:p>
        </p:txBody>
      </p:sp>
      <p:sp>
        <p:nvSpPr>
          <p:cNvPr id="98" name="Google Shape;98;p3"/>
          <p:cNvSpPr txBox="1"/>
          <p:nvPr/>
        </p:nvSpPr>
        <p:spPr>
          <a:xfrm>
            <a:off x="744188" y="4377278"/>
            <a:ext cx="3626700" cy="2079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Poppins"/>
                <a:ea typeface="Poppins"/>
                <a:cs typeface="Poppins"/>
                <a:sym typeface="Poppins"/>
              </a:rPr>
              <a:t>Newsom et al. 2006.</a:t>
            </a:r>
            <a:endParaRPr sz="1100" b="0" i="0" u="none" strike="noStrike" cap="none">
              <a:solidFill>
                <a:srgbClr val="000000"/>
              </a:solidFill>
              <a:latin typeface="Arial"/>
              <a:ea typeface="Arial"/>
              <a:cs typeface="Arial"/>
              <a:sym typeface="Arial"/>
            </a:endParaRPr>
          </a:p>
        </p:txBody>
      </p:sp>
      <p:sp>
        <p:nvSpPr>
          <p:cNvPr id="99" name="Google Shape;99;p3"/>
          <p:cNvSpPr txBox="1"/>
          <p:nvPr/>
        </p:nvSpPr>
        <p:spPr>
          <a:xfrm>
            <a:off x="6668400" y="1183325"/>
            <a:ext cx="2475600" cy="39603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 sz="1700" b="1" i="0" u="none" strike="noStrike" cap="none">
                <a:solidFill>
                  <a:schemeClr val="dk1"/>
                </a:solidFill>
                <a:latin typeface="Lato"/>
                <a:ea typeface="Lato"/>
                <a:cs typeface="Lato"/>
                <a:sym typeface="Lato"/>
              </a:rPr>
              <a:t>Approaches include</a:t>
            </a:r>
            <a:r>
              <a:rPr lang="en" sz="1700" b="0" i="0" u="none" strike="noStrike" cap="none">
                <a:solidFill>
                  <a:schemeClr val="dk1"/>
                </a:solidFill>
                <a:latin typeface="Lato"/>
                <a:ea typeface="Lato"/>
                <a:cs typeface="Lato"/>
                <a:sym typeface="Lato"/>
              </a:rPr>
              <a:t>:</a:t>
            </a:r>
            <a:endParaRPr sz="1700" b="0" i="0" u="none" strike="noStrike" cap="none">
              <a:solidFill>
                <a:schemeClr val="dk1"/>
              </a:solidFill>
              <a:latin typeface="Lato"/>
              <a:ea typeface="Lato"/>
              <a:cs typeface="Lato"/>
              <a:sym typeface="Lato"/>
            </a:endParaRPr>
          </a:p>
          <a:p>
            <a:pPr marL="254000" marR="0" lvl="0" indent="-247650" algn="l" rtl="0">
              <a:lnSpc>
                <a:spcPct val="100000"/>
              </a:lnSpc>
              <a:spcBef>
                <a:spcPts val="1200"/>
              </a:spcBef>
              <a:spcAft>
                <a:spcPts val="0"/>
              </a:spcAft>
              <a:buClr>
                <a:schemeClr val="dk1"/>
              </a:buClr>
              <a:buSzPts val="1500"/>
              <a:buFont typeface="Lato"/>
              <a:buChar char="•"/>
            </a:pPr>
            <a:r>
              <a:rPr lang="en" sz="1700" b="0" i="0" u="none" strike="noStrike" cap="none">
                <a:solidFill>
                  <a:schemeClr val="dk1"/>
                </a:solidFill>
                <a:latin typeface="Lato"/>
                <a:ea typeface="Lato"/>
                <a:cs typeface="Lato"/>
                <a:sym typeface="Lato"/>
              </a:rPr>
              <a:t>Number of cases of disease in a population e.g., geographic area</a:t>
            </a:r>
            <a:endParaRPr sz="1700" b="0" i="0" u="none" strike="noStrike" cap="none">
              <a:solidFill>
                <a:schemeClr val="dk1"/>
              </a:solidFill>
              <a:latin typeface="Lato"/>
              <a:ea typeface="Lato"/>
              <a:cs typeface="Lato"/>
              <a:sym typeface="Lato"/>
            </a:endParaRPr>
          </a:p>
          <a:p>
            <a:pPr marL="457200" marR="0" lvl="0" indent="0" algn="l" rtl="0">
              <a:lnSpc>
                <a:spcPct val="100000"/>
              </a:lnSpc>
              <a:spcBef>
                <a:spcPts val="1200"/>
              </a:spcBef>
              <a:spcAft>
                <a:spcPts val="0"/>
              </a:spcAft>
              <a:buClr>
                <a:srgbClr val="000000"/>
              </a:buClr>
              <a:buSzPts val="1700"/>
              <a:buFont typeface="Arial"/>
              <a:buNone/>
            </a:pPr>
            <a:endParaRPr sz="1700" b="0" i="0" u="none" strike="noStrike" cap="none">
              <a:solidFill>
                <a:schemeClr val="dk1"/>
              </a:solidFill>
              <a:latin typeface="Lato"/>
              <a:ea typeface="Lato"/>
              <a:cs typeface="Lato"/>
              <a:sym typeface="Lato"/>
            </a:endParaRPr>
          </a:p>
          <a:p>
            <a:pPr marL="254000" marR="0" lvl="0" indent="-247650" algn="l" rtl="0">
              <a:lnSpc>
                <a:spcPct val="100000"/>
              </a:lnSpc>
              <a:spcBef>
                <a:spcPts val="1200"/>
              </a:spcBef>
              <a:spcAft>
                <a:spcPts val="0"/>
              </a:spcAft>
              <a:buClr>
                <a:schemeClr val="dk1"/>
              </a:buClr>
              <a:buSzPts val="1500"/>
              <a:buFont typeface="Lato"/>
              <a:buChar char="•"/>
            </a:pPr>
            <a:r>
              <a:rPr lang="en" sz="1700" b="0" i="0" u="none" strike="noStrike" cap="none">
                <a:solidFill>
                  <a:schemeClr val="dk1"/>
                </a:solidFill>
                <a:latin typeface="Lato"/>
                <a:ea typeface="Lato"/>
                <a:cs typeface="Lato"/>
                <a:sym typeface="Lato"/>
              </a:rPr>
              <a:t>The frequency of an exposure among cases and non-cases </a:t>
            </a:r>
            <a:endParaRPr sz="1700" b="0" i="0" u="none" strike="noStrike" cap="none">
              <a:solidFill>
                <a:schemeClr val="dk1"/>
              </a:solidFill>
              <a:latin typeface="Lato"/>
              <a:ea typeface="Lato"/>
              <a:cs typeface="Lato"/>
              <a:sym typeface="Lato"/>
            </a:endParaRPr>
          </a:p>
          <a:p>
            <a:pPr marL="457200" marR="0" lvl="0" indent="0" algn="l" rtl="0">
              <a:lnSpc>
                <a:spcPct val="100000"/>
              </a:lnSpc>
              <a:spcBef>
                <a:spcPts val="1200"/>
              </a:spcBef>
              <a:spcAft>
                <a:spcPts val="0"/>
              </a:spcAft>
              <a:buClr>
                <a:srgbClr val="000000"/>
              </a:buClr>
              <a:buSzPts val="1700"/>
              <a:buFont typeface="Arial"/>
              <a:buNone/>
            </a:pPr>
            <a:endParaRPr sz="1700" b="0" i="0" u="none" strike="noStrike" cap="none">
              <a:solidFill>
                <a:schemeClr val="dk1"/>
              </a:solidFill>
              <a:latin typeface="Lato"/>
              <a:ea typeface="Lato"/>
              <a:cs typeface="Lato"/>
              <a:sym typeface="Lato"/>
            </a:endParaRPr>
          </a:p>
          <a:p>
            <a:pPr marL="254000" marR="0" lvl="0" indent="-247650" algn="l" rtl="0">
              <a:lnSpc>
                <a:spcPct val="100000"/>
              </a:lnSpc>
              <a:spcBef>
                <a:spcPts val="1200"/>
              </a:spcBef>
              <a:spcAft>
                <a:spcPts val="0"/>
              </a:spcAft>
              <a:buClr>
                <a:schemeClr val="dk1"/>
              </a:buClr>
              <a:buSzPts val="1500"/>
              <a:buFont typeface="Lato"/>
              <a:buChar char="•"/>
            </a:pPr>
            <a:r>
              <a:rPr lang="en" sz="1700" b="0" i="0" u="none" strike="noStrike" cap="none">
                <a:solidFill>
                  <a:schemeClr val="dk1"/>
                </a:solidFill>
                <a:latin typeface="Lato"/>
                <a:ea typeface="Lato"/>
                <a:cs typeface="Lato"/>
                <a:sym typeface="Lato"/>
              </a:rPr>
              <a:t>Outbreak investigations</a:t>
            </a:r>
            <a:endParaRPr sz="1700" b="0" i="0" u="none" strike="noStrike" cap="none">
              <a:solidFill>
                <a:schemeClr val="dk1"/>
              </a:solidFill>
              <a:latin typeface="Lato"/>
              <a:ea typeface="Lato"/>
              <a:cs typeface="Lato"/>
              <a:sym typeface="Lato"/>
            </a:endParaRPr>
          </a:p>
        </p:txBody>
      </p:sp>
      <p:sp>
        <p:nvSpPr>
          <p:cNvPr id="100" name="Google Shape;100;p3"/>
          <p:cNvSpPr txBox="1">
            <a:spLocks noGrp="1"/>
          </p:cNvSpPr>
          <p:nvPr>
            <p:ph type="title" idx="4294967295"/>
          </p:nvPr>
        </p:nvSpPr>
        <p:spPr>
          <a:xfrm>
            <a:off x="0" y="1"/>
            <a:ext cx="7823700" cy="4659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595959"/>
              </a:buClr>
              <a:buSzPts val="2700"/>
              <a:buFont typeface="Poppins"/>
              <a:buNone/>
            </a:pPr>
            <a:r>
              <a:rPr lang="en" b="1">
                <a:latin typeface="STIX Two Text"/>
                <a:ea typeface="STIX Two Text"/>
                <a:cs typeface="STIX Two Text"/>
                <a:sym typeface="STIX Two Text"/>
              </a:rPr>
              <a:t>What is epidemiology?</a:t>
            </a:r>
            <a:endParaRPr b="1">
              <a:latin typeface="STIX Two Text"/>
              <a:ea typeface="STIX Two Text"/>
              <a:cs typeface="STIX Two Text"/>
              <a:sym typeface="STIX Two Text"/>
            </a:endParaRPr>
          </a:p>
        </p:txBody>
      </p:sp>
      <p:pic>
        <p:nvPicPr>
          <p:cNvPr id="101" name="Google Shape;101;p3"/>
          <p:cNvPicPr preferRelativeResize="0"/>
          <p:nvPr/>
        </p:nvPicPr>
        <p:blipFill rotWithShape="1">
          <a:blip r:embed="rId3">
            <a:alphaModFix/>
          </a:blip>
          <a:srcRect/>
          <a:stretch/>
        </p:blipFill>
        <p:spPr>
          <a:xfrm>
            <a:off x="56550" y="1183314"/>
            <a:ext cx="3810000" cy="2665551"/>
          </a:xfrm>
          <a:prstGeom prst="rect">
            <a:avLst/>
          </a:prstGeom>
          <a:noFill/>
          <a:ln>
            <a:noFill/>
          </a:ln>
        </p:spPr>
      </p:pic>
      <p:sp>
        <p:nvSpPr>
          <p:cNvPr id="102" name="Google Shape;102;p3"/>
          <p:cNvSpPr txBox="1"/>
          <p:nvPr/>
        </p:nvSpPr>
        <p:spPr>
          <a:xfrm>
            <a:off x="3866550" y="1183325"/>
            <a:ext cx="2475600" cy="39603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 sz="1700" b="1" i="0" u="none" strike="noStrike" cap="none">
                <a:solidFill>
                  <a:schemeClr val="dk1"/>
                </a:solidFill>
                <a:latin typeface="Lato"/>
                <a:ea typeface="Lato"/>
                <a:cs typeface="Lato"/>
                <a:sym typeface="Lato"/>
              </a:rPr>
              <a:t>Questions</a:t>
            </a:r>
            <a:r>
              <a:rPr lang="en" sz="1700" b="0" i="0" u="none" strike="noStrike" cap="none">
                <a:solidFill>
                  <a:schemeClr val="dk1"/>
                </a:solidFill>
                <a:latin typeface="Lato"/>
                <a:ea typeface="Lato"/>
                <a:cs typeface="Lato"/>
                <a:sym typeface="Lato"/>
              </a:rPr>
              <a:t>:</a:t>
            </a:r>
            <a:endParaRPr sz="1700" b="0" i="0" u="none" strike="noStrike" cap="none">
              <a:solidFill>
                <a:schemeClr val="dk1"/>
              </a:solidFill>
              <a:latin typeface="Lato"/>
              <a:ea typeface="Lato"/>
              <a:cs typeface="Lato"/>
              <a:sym typeface="Lato"/>
            </a:endParaRPr>
          </a:p>
          <a:p>
            <a:pPr marL="254000" marR="0" lvl="0" indent="-247650" algn="l" rtl="0">
              <a:lnSpc>
                <a:spcPct val="100000"/>
              </a:lnSpc>
              <a:spcBef>
                <a:spcPts val="1200"/>
              </a:spcBef>
              <a:spcAft>
                <a:spcPts val="0"/>
              </a:spcAft>
              <a:buClr>
                <a:schemeClr val="dk1"/>
              </a:buClr>
              <a:buSzPts val="1500"/>
              <a:buFont typeface="Lato"/>
              <a:buChar char="•"/>
            </a:pPr>
            <a:r>
              <a:rPr lang="en" sz="1700" b="0" i="0" u="none" strike="noStrike" cap="none">
                <a:solidFill>
                  <a:schemeClr val="dk1"/>
                </a:solidFill>
                <a:latin typeface="Lato"/>
                <a:ea typeface="Lato"/>
                <a:cs typeface="Lato"/>
                <a:sym typeface="Lato"/>
              </a:rPr>
              <a:t>What is it?</a:t>
            </a:r>
            <a:endParaRPr sz="1700" b="0" i="0" u="none" strike="noStrike" cap="none">
              <a:solidFill>
                <a:schemeClr val="dk1"/>
              </a:solidFill>
              <a:latin typeface="Lato"/>
              <a:ea typeface="Lato"/>
              <a:cs typeface="Lato"/>
              <a:sym typeface="Lato"/>
            </a:endParaRPr>
          </a:p>
          <a:p>
            <a:pPr marL="457200" marR="0" lvl="0" indent="0" algn="l" rtl="0">
              <a:lnSpc>
                <a:spcPct val="100000"/>
              </a:lnSpc>
              <a:spcBef>
                <a:spcPts val="1200"/>
              </a:spcBef>
              <a:spcAft>
                <a:spcPts val="0"/>
              </a:spcAft>
              <a:buClr>
                <a:srgbClr val="000000"/>
              </a:buClr>
              <a:buSzPts val="1700"/>
              <a:buFont typeface="Arial"/>
              <a:buNone/>
            </a:pPr>
            <a:endParaRPr sz="1700" b="0" i="0" u="none" strike="noStrike" cap="none">
              <a:solidFill>
                <a:schemeClr val="dk1"/>
              </a:solidFill>
              <a:latin typeface="Lato"/>
              <a:ea typeface="Lato"/>
              <a:cs typeface="Lato"/>
              <a:sym typeface="Lato"/>
            </a:endParaRPr>
          </a:p>
          <a:p>
            <a:pPr marL="254000" marR="0" lvl="0" indent="-247650" algn="l" rtl="0">
              <a:lnSpc>
                <a:spcPct val="100000"/>
              </a:lnSpc>
              <a:spcBef>
                <a:spcPts val="1200"/>
              </a:spcBef>
              <a:spcAft>
                <a:spcPts val="0"/>
              </a:spcAft>
              <a:buClr>
                <a:schemeClr val="dk1"/>
              </a:buClr>
              <a:buSzPts val="1500"/>
              <a:buFont typeface="Lato"/>
              <a:buChar char="•"/>
            </a:pPr>
            <a:r>
              <a:rPr lang="en" sz="1700" b="0" i="0" u="none" strike="noStrike" cap="none">
                <a:solidFill>
                  <a:schemeClr val="dk1"/>
                </a:solidFill>
                <a:latin typeface="Lato"/>
                <a:ea typeface="Lato"/>
                <a:cs typeface="Lato"/>
                <a:sym typeface="Lato"/>
              </a:rPr>
              <a:t>Has it been seen before?</a:t>
            </a:r>
            <a:endParaRPr sz="1700" b="0" i="0" u="none" strike="noStrike" cap="none">
              <a:solidFill>
                <a:schemeClr val="dk1"/>
              </a:solidFill>
              <a:latin typeface="Lato"/>
              <a:ea typeface="Lato"/>
              <a:cs typeface="Lato"/>
              <a:sym typeface="Lato"/>
            </a:endParaRPr>
          </a:p>
          <a:p>
            <a:pPr marL="457200" marR="0" lvl="0" indent="0" algn="l" rtl="0">
              <a:lnSpc>
                <a:spcPct val="100000"/>
              </a:lnSpc>
              <a:spcBef>
                <a:spcPts val="1200"/>
              </a:spcBef>
              <a:spcAft>
                <a:spcPts val="0"/>
              </a:spcAft>
              <a:buClr>
                <a:srgbClr val="000000"/>
              </a:buClr>
              <a:buSzPts val="1700"/>
              <a:buFont typeface="Arial"/>
              <a:buNone/>
            </a:pPr>
            <a:endParaRPr sz="1700" b="0" i="0" u="none" strike="noStrike" cap="none">
              <a:solidFill>
                <a:schemeClr val="dk1"/>
              </a:solidFill>
              <a:latin typeface="Lato"/>
              <a:ea typeface="Lato"/>
              <a:cs typeface="Lato"/>
              <a:sym typeface="Lato"/>
            </a:endParaRPr>
          </a:p>
          <a:p>
            <a:pPr marL="254000" marR="0" lvl="0" indent="-247650" algn="l" rtl="0">
              <a:lnSpc>
                <a:spcPct val="100000"/>
              </a:lnSpc>
              <a:spcBef>
                <a:spcPts val="1200"/>
              </a:spcBef>
              <a:spcAft>
                <a:spcPts val="0"/>
              </a:spcAft>
              <a:buClr>
                <a:schemeClr val="dk1"/>
              </a:buClr>
              <a:buSzPts val="1500"/>
              <a:buFont typeface="Lato"/>
              <a:buChar char="•"/>
            </a:pPr>
            <a:r>
              <a:rPr lang="en" sz="1700" b="0" i="0" u="none" strike="noStrike" cap="none">
                <a:solidFill>
                  <a:schemeClr val="dk1"/>
                </a:solidFill>
                <a:latin typeface="Lato"/>
                <a:ea typeface="Lato"/>
                <a:cs typeface="Lato"/>
                <a:sym typeface="Lato"/>
              </a:rPr>
              <a:t>How can we fight it?</a:t>
            </a:r>
            <a:endParaRPr sz="1700" b="0" i="0" u="none" strike="noStrike" cap="none">
              <a:solidFill>
                <a:schemeClr val="dk1"/>
              </a:solidFill>
              <a:latin typeface="Lato"/>
              <a:ea typeface="Lato"/>
              <a:cs typeface="Lato"/>
              <a:sym typeface="Lato"/>
            </a:endParaRPr>
          </a:p>
          <a:p>
            <a:pPr marL="457200" marR="0" lvl="0" indent="0" algn="l" rtl="0">
              <a:lnSpc>
                <a:spcPct val="100000"/>
              </a:lnSpc>
              <a:spcBef>
                <a:spcPts val="1200"/>
              </a:spcBef>
              <a:spcAft>
                <a:spcPts val="0"/>
              </a:spcAft>
              <a:buClr>
                <a:srgbClr val="000000"/>
              </a:buClr>
              <a:buSzPts val="1700"/>
              <a:buFont typeface="Arial"/>
              <a:buNone/>
            </a:pPr>
            <a:endParaRPr sz="1700" b="0" i="0" u="none" strike="noStrike" cap="none">
              <a:solidFill>
                <a:schemeClr val="dk1"/>
              </a:solidFill>
              <a:latin typeface="Lato"/>
              <a:ea typeface="Lato"/>
              <a:cs typeface="Lato"/>
              <a:sym typeface="Lato"/>
            </a:endParaRPr>
          </a:p>
          <a:p>
            <a:pPr marL="254000" marR="0" lvl="0" indent="-254000" algn="l" rtl="0">
              <a:lnSpc>
                <a:spcPct val="100000"/>
              </a:lnSpc>
              <a:spcBef>
                <a:spcPts val="1200"/>
              </a:spcBef>
              <a:spcAft>
                <a:spcPts val="0"/>
              </a:spcAft>
              <a:buClr>
                <a:schemeClr val="dk1"/>
              </a:buClr>
              <a:buSzPts val="1700"/>
              <a:buFont typeface="Lato"/>
              <a:buChar char="•"/>
            </a:pPr>
            <a:r>
              <a:rPr lang="en" sz="1700" b="0" i="0" u="none" strike="noStrike" cap="none">
                <a:solidFill>
                  <a:schemeClr val="dk1"/>
                </a:solidFill>
                <a:latin typeface="Lato"/>
                <a:ea typeface="Lato"/>
                <a:cs typeface="Lato"/>
                <a:sym typeface="Lato"/>
              </a:rPr>
              <a:t>Is it an outbreak?</a:t>
            </a:r>
            <a:endParaRPr sz="1700" b="0" i="0" u="none" strike="noStrike" cap="none">
              <a:solidFill>
                <a:schemeClr val="dk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4"/>
          <p:cNvSpPr txBox="1">
            <a:spLocks noGrp="1"/>
          </p:cNvSpPr>
          <p:nvPr>
            <p:ph type="body" idx="4294967295"/>
          </p:nvPr>
        </p:nvSpPr>
        <p:spPr>
          <a:xfrm>
            <a:off x="524850" y="1297706"/>
            <a:ext cx="8279700" cy="2849100"/>
          </a:xfrm>
          <a:prstGeom prst="rect">
            <a:avLst/>
          </a:prstGeom>
          <a:noFill/>
          <a:ln>
            <a:noFill/>
          </a:ln>
        </p:spPr>
        <p:txBody>
          <a:bodyPr spcFirstLastPara="1" wrap="square" lIns="68575" tIns="34275" rIns="68575" bIns="34275" anchor="ctr" anchorCtr="0">
            <a:normAutofit/>
          </a:bodyPr>
          <a:lstStyle/>
          <a:p>
            <a:pPr marL="330200" lvl="0" indent="-330200" algn="l" rtl="0">
              <a:lnSpc>
                <a:spcPct val="100000"/>
              </a:lnSpc>
              <a:spcBef>
                <a:spcPts val="0"/>
              </a:spcBef>
              <a:spcAft>
                <a:spcPts val="0"/>
              </a:spcAft>
              <a:buClr>
                <a:schemeClr val="dk1"/>
              </a:buClr>
              <a:buSzPts val="2000"/>
              <a:buFont typeface="Lato"/>
              <a:buChar char="•"/>
            </a:pPr>
            <a:r>
              <a:rPr lang="en" sz="2000">
                <a:solidFill>
                  <a:schemeClr val="dk1"/>
                </a:solidFill>
                <a:latin typeface="Lato"/>
                <a:ea typeface="Lato"/>
                <a:cs typeface="Lato"/>
                <a:sym typeface="Lato"/>
              </a:rPr>
              <a:t>Observations associated with many biases and confounders</a:t>
            </a:r>
            <a:endParaRPr sz="2000">
              <a:solidFill>
                <a:schemeClr val="dk1"/>
              </a:solidFill>
              <a:latin typeface="Lato"/>
              <a:ea typeface="Lato"/>
              <a:cs typeface="Lato"/>
              <a:sym typeface="Lato"/>
            </a:endParaRPr>
          </a:p>
          <a:p>
            <a:pPr marL="330200" lvl="0" indent="-330200" algn="l" rtl="0">
              <a:lnSpc>
                <a:spcPct val="100000"/>
              </a:lnSpc>
              <a:spcBef>
                <a:spcPts val="1200"/>
              </a:spcBef>
              <a:spcAft>
                <a:spcPts val="0"/>
              </a:spcAft>
              <a:buClr>
                <a:schemeClr val="dk1"/>
              </a:buClr>
              <a:buSzPts val="2000"/>
              <a:buFont typeface="Lato"/>
              <a:buChar char="•"/>
            </a:pPr>
            <a:r>
              <a:rPr lang="en" sz="2000">
                <a:solidFill>
                  <a:schemeClr val="dk1"/>
                </a:solidFill>
                <a:latin typeface="Lato"/>
                <a:ea typeface="Lato"/>
                <a:cs typeface="Lato"/>
                <a:sym typeface="Lato"/>
              </a:rPr>
              <a:t>Large populations needed for statistical power</a:t>
            </a:r>
            <a:endParaRPr sz="2000">
              <a:solidFill>
                <a:schemeClr val="dk1"/>
              </a:solidFill>
              <a:latin typeface="Lato"/>
              <a:ea typeface="Lato"/>
              <a:cs typeface="Lato"/>
              <a:sym typeface="Lato"/>
            </a:endParaRPr>
          </a:p>
          <a:p>
            <a:pPr marL="330200" lvl="0" indent="-330200" algn="l" rtl="0">
              <a:lnSpc>
                <a:spcPct val="100000"/>
              </a:lnSpc>
              <a:spcBef>
                <a:spcPts val="1200"/>
              </a:spcBef>
              <a:spcAft>
                <a:spcPts val="0"/>
              </a:spcAft>
              <a:buClr>
                <a:schemeClr val="dk1"/>
              </a:buClr>
              <a:buSzPts val="2000"/>
              <a:buFont typeface="Lato"/>
              <a:buChar char="•"/>
            </a:pPr>
            <a:r>
              <a:rPr lang="en" sz="2000">
                <a:solidFill>
                  <a:schemeClr val="dk1"/>
                </a:solidFill>
                <a:latin typeface="Lato"/>
                <a:ea typeface="Lato"/>
                <a:cs typeface="Lato"/>
                <a:sym typeface="Lato"/>
              </a:rPr>
              <a:t>Labor-intensive and slow </a:t>
            </a:r>
            <a:endParaRPr sz="2000">
              <a:solidFill>
                <a:schemeClr val="dk1"/>
              </a:solidFill>
              <a:latin typeface="Lato"/>
              <a:ea typeface="Lato"/>
              <a:cs typeface="Lato"/>
              <a:sym typeface="Lato"/>
            </a:endParaRPr>
          </a:p>
          <a:p>
            <a:pPr marL="330200" lvl="0" indent="-330200" algn="l" rtl="0">
              <a:lnSpc>
                <a:spcPct val="100000"/>
              </a:lnSpc>
              <a:spcBef>
                <a:spcPts val="1200"/>
              </a:spcBef>
              <a:spcAft>
                <a:spcPts val="0"/>
              </a:spcAft>
              <a:buClr>
                <a:schemeClr val="dk1"/>
              </a:buClr>
              <a:buSzPts val="2000"/>
              <a:buFont typeface="Lato"/>
              <a:buChar char="•"/>
            </a:pPr>
            <a:r>
              <a:rPr lang="en" sz="2000">
                <a:solidFill>
                  <a:schemeClr val="dk1"/>
                </a:solidFill>
                <a:latin typeface="Lato"/>
                <a:ea typeface="Lato"/>
                <a:cs typeface="Lato"/>
                <a:sym typeface="Lato"/>
              </a:rPr>
              <a:t>Often retrospective</a:t>
            </a:r>
            <a:endParaRPr sz="2000">
              <a:solidFill>
                <a:schemeClr val="dk1"/>
              </a:solidFill>
              <a:latin typeface="Lato"/>
              <a:ea typeface="Lato"/>
              <a:cs typeface="Lato"/>
              <a:sym typeface="Lato"/>
            </a:endParaRPr>
          </a:p>
          <a:p>
            <a:pPr marL="330200" lvl="0" indent="-330200" algn="l" rtl="0">
              <a:lnSpc>
                <a:spcPct val="100000"/>
              </a:lnSpc>
              <a:spcBef>
                <a:spcPts val="1200"/>
              </a:spcBef>
              <a:spcAft>
                <a:spcPts val="0"/>
              </a:spcAft>
              <a:buClr>
                <a:schemeClr val="dk1"/>
              </a:buClr>
              <a:buSzPts val="2000"/>
              <a:buFont typeface="Lato"/>
              <a:buChar char="•"/>
            </a:pPr>
            <a:r>
              <a:rPr lang="en" sz="2000">
                <a:solidFill>
                  <a:schemeClr val="dk1"/>
                </a:solidFill>
                <a:latin typeface="Lato"/>
                <a:ea typeface="Lato"/>
                <a:cs typeface="Lato"/>
                <a:sym typeface="Lato"/>
              </a:rPr>
              <a:t>Limited information on pathogen circulation dynamics</a:t>
            </a:r>
            <a:endParaRPr sz="2000">
              <a:solidFill>
                <a:schemeClr val="dk1"/>
              </a:solidFill>
              <a:latin typeface="Lato"/>
              <a:ea typeface="Lato"/>
              <a:cs typeface="Lato"/>
              <a:sym typeface="Lato"/>
            </a:endParaRPr>
          </a:p>
        </p:txBody>
      </p:sp>
      <p:sp>
        <p:nvSpPr>
          <p:cNvPr id="108" name="Google Shape;108;p4"/>
          <p:cNvSpPr txBox="1">
            <a:spLocks noGrp="1"/>
          </p:cNvSpPr>
          <p:nvPr>
            <p:ph type="title" idx="4294967295"/>
          </p:nvPr>
        </p:nvSpPr>
        <p:spPr>
          <a:xfrm>
            <a:off x="688657" y="295656"/>
            <a:ext cx="7823700" cy="6549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595959"/>
              </a:buClr>
              <a:buSzPts val="2700"/>
              <a:buFont typeface="Poppins"/>
              <a:buNone/>
            </a:pPr>
            <a:r>
              <a:rPr lang="en" sz="3000" b="1">
                <a:latin typeface="STIX Two Text"/>
                <a:ea typeface="STIX Two Text"/>
                <a:cs typeface="STIX Two Text"/>
                <a:sym typeface="STIX Two Text"/>
              </a:rPr>
              <a:t>Limitations of classical epidemiology</a:t>
            </a:r>
            <a:endParaRPr sz="3000" b="1">
              <a:latin typeface="STIX Two Text"/>
              <a:ea typeface="STIX Two Text"/>
              <a:cs typeface="STIX Two Text"/>
              <a:sym typeface="STIX Two Tex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p5" descr="Content Placeholder 4"/>
          <p:cNvPicPr preferRelativeResize="0"/>
          <p:nvPr/>
        </p:nvPicPr>
        <p:blipFill rotWithShape="1">
          <a:blip r:embed="rId3">
            <a:alphaModFix/>
          </a:blip>
          <a:srcRect/>
          <a:stretch/>
        </p:blipFill>
        <p:spPr>
          <a:xfrm>
            <a:off x="5433308" y="1660057"/>
            <a:ext cx="2498743" cy="2907067"/>
          </a:xfrm>
          <a:prstGeom prst="rect">
            <a:avLst/>
          </a:prstGeom>
          <a:noFill/>
          <a:ln>
            <a:noFill/>
          </a:ln>
        </p:spPr>
      </p:pic>
      <p:sp>
        <p:nvSpPr>
          <p:cNvPr id="114" name="Google Shape;114;p5"/>
          <p:cNvSpPr txBox="1"/>
          <p:nvPr/>
        </p:nvSpPr>
        <p:spPr>
          <a:xfrm>
            <a:off x="6119099" y="4567125"/>
            <a:ext cx="1930500" cy="2079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Poppins"/>
                <a:ea typeface="Poppins"/>
                <a:cs typeface="Poppins"/>
                <a:sym typeface="Poppins"/>
              </a:rPr>
              <a:t>Andersen et al. 2015.</a:t>
            </a:r>
            <a:endParaRPr sz="1100" b="0" i="0" u="none" strike="noStrike" cap="none">
              <a:solidFill>
                <a:srgbClr val="000000"/>
              </a:solidFill>
              <a:latin typeface="Arial"/>
              <a:ea typeface="Arial"/>
              <a:cs typeface="Arial"/>
              <a:sym typeface="Arial"/>
            </a:endParaRPr>
          </a:p>
        </p:txBody>
      </p:sp>
      <p:sp>
        <p:nvSpPr>
          <p:cNvPr id="115" name="Google Shape;115;p5"/>
          <p:cNvSpPr txBox="1">
            <a:spLocks noGrp="1"/>
          </p:cNvSpPr>
          <p:nvPr>
            <p:ph type="title" idx="4294967295"/>
          </p:nvPr>
        </p:nvSpPr>
        <p:spPr>
          <a:xfrm>
            <a:off x="688657" y="295656"/>
            <a:ext cx="7823700" cy="6549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595959"/>
              </a:buClr>
              <a:buSzPts val="2700"/>
              <a:buFont typeface="Poppins"/>
              <a:buNone/>
            </a:pPr>
            <a:r>
              <a:rPr lang="en" b="1">
                <a:latin typeface="Lato"/>
                <a:ea typeface="Lato"/>
                <a:cs typeface="Lato"/>
                <a:sym typeface="Lato"/>
              </a:rPr>
              <a:t>What is pathogen genomic epidemiology ?</a:t>
            </a:r>
            <a:endParaRPr b="1">
              <a:latin typeface="Lato"/>
              <a:ea typeface="Lato"/>
              <a:cs typeface="Lato"/>
              <a:sym typeface="Lato"/>
            </a:endParaRPr>
          </a:p>
        </p:txBody>
      </p:sp>
      <p:sp>
        <p:nvSpPr>
          <p:cNvPr id="116" name="Google Shape;116;p5"/>
          <p:cNvSpPr txBox="1"/>
          <p:nvPr/>
        </p:nvSpPr>
        <p:spPr>
          <a:xfrm>
            <a:off x="688657" y="989566"/>
            <a:ext cx="7823700" cy="759600"/>
          </a:xfrm>
          <a:prstGeom prst="rect">
            <a:avLst/>
          </a:prstGeom>
          <a:noFill/>
          <a:ln>
            <a:noFill/>
          </a:ln>
        </p:spPr>
        <p:txBody>
          <a:bodyPr spcFirstLastPara="1" wrap="square" lIns="68575" tIns="34275" rIns="68575" bIns="34275" anchor="ctr" anchorCtr="0">
            <a:normAutofit/>
          </a:bodyPr>
          <a:lstStyle/>
          <a:p>
            <a:pPr marL="254000" marR="0" lvl="0" indent="-254000" algn="l" rtl="0">
              <a:lnSpc>
                <a:spcPct val="90000"/>
              </a:lnSpc>
              <a:spcBef>
                <a:spcPts val="0"/>
              </a:spcBef>
              <a:spcAft>
                <a:spcPts val="0"/>
              </a:spcAft>
              <a:buClr>
                <a:schemeClr val="dk1"/>
              </a:buClr>
              <a:buSzPts val="1800"/>
              <a:buFont typeface="Lato"/>
              <a:buChar char="•"/>
            </a:pPr>
            <a:r>
              <a:rPr lang="en" sz="1800" b="0" i="0" u="none" strike="noStrike" cap="none">
                <a:solidFill>
                  <a:schemeClr val="dk1"/>
                </a:solidFill>
                <a:latin typeface="Lato"/>
                <a:ea typeface="Lato"/>
                <a:cs typeface="Lato"/>
                <a:sym typeface="Lato"/>
              </a:rPr>
              <a:t>Epidemiology of infectious diseases using pathogen sequencing</a:t>
            </a:r>
            <a:endParaRPr sz="1100" b="0" i="0" u="none" strike="noStrike" cap="none">
              <a:solidFill>
                <a:schemeClr val="dk1"/>
              </a:solidFill>
              <a:latin typeface="Lato"/>
              <a:ea typeface="Lato"/>
              <a:cs typeface="Lato"/>
              <a:sym typeface="Lato"/>
            </a:endParaRPr>
          </a:p>
        </p:txBody>
      </p:sp>
      <p:sp>
        <p:nvSpPr>
          <p:cNvPr id="117" name="Google Shape;117;p5"/>
          <p:cNvSpPr txBox="1">
            <a:spLocks noGrp="1"/>
          </p:cNvSpPr>
          <p:nvPr>
            <p:ph type="body" idx="4294967295"/>
          </p:nvPr>
        </p:nvSpPr>
        <p:spPr>
          <a:xfrm>
            <a:off x="649455" y="1788136"/>
            <a:ext cx="4908300" cy="2779500"/>
          </a:xfrm>
          <a:prstGeom prst="rect">
            <a:avLst/>
          </a:prstGeom>
          <a:noFill/>
          <a:ln>
            <a:noFill/>
          </a:ln>
        </p:spPr>
        <p:txBody>
          <a:bodyPr spcFirstLastPara="1" wrap="square" lIns="68575" tIns="34275" rIns="68575" bIns="34275" anchor="ctr" anchorCtr="0">
            <a:normAutofit/>
          </a:bodyPr>
          <a:lstStyle/>
          <a:p>
            <a:pPr marL="393700" lvl="0" indent="-342900" algn="l" rtl="0">
              <a:lnSpc>
                <a:spcPct val="90000"/>
              </a:lnSpc>
              <a:spcBef>
                <a:spcPts val="0"/>
              </a:spcBef>
              <a:spcAft>
                <a:spcPts val="0"/>
              </a:spcAft>
              <a:buClr>
                <a:schemeClr val="dk1"/>
              </a:buClr>
              <a:buSzPts val="2000"/>
              <a:buFont typeface="Arial"/>
              <a:buChar char="•"/>
            </a:pPr>
            <a:r>
              <a:rPr lang="en" b="1" i="1">
                <a:solidFill>
                  <a:schemeClr val="dk1"/>
                </a:solidFill>
                <a:latin typeface="Lato"/>
                <a:ea typeface="Lato"/>
                <a:cs typeface="Lato"/>
                <a:sym typeface="Lato"/>
              </a:rPr>
              <a:t>Sequencing</a:t>
            </a:r>
            <a:r>
              <a:rPr lang="en">
                <a:solidFill>
                  <a:schemeClr val="dk1"/>
                </a:solidFill>
                <a:latin typeface="Lato"/>
                <a:ea typeface="Lato"/>
                <a:cs typeface="Lato"/>
                <a:sym typeface="Lato"/>
              </a:rPr>
              <a:t>: determining the nucleotide composition of a genome</a:t>
            </a:r>
            <a:endParaRPr>
              <a:solidFill>
                <a:schemeClr val="dk1"/>
              </a:solidFill>
              <a:latin typeface="Lato"/>
              <a:ea typeface="Lato"/>
              <a:cs typeface="Lato"/>
              <a:sym typeface="Lato"/>
            </a:endParaRPr>
          </a:p>
          <a:p>
            <a:pPr marL="50800" lvl="0" indent="0" algn="l" rtl="0">
              <a:lnSpc>
                <a:spcPct val="90000"/>
              </a:lnSpc>
              <a:spcBef>
                <a:spcPts val="0"/>
              </a:spcBef>
              <a:spcAft>
                <a:spcPts val="0"/>
              </a:spcAft>
              <a:buSzPts val="2000"/>
              <a:buNone/>
            </a:pPr>
            <a:endParaRPr>
              <a:solidFill>
                <a:schemeClr val="dk1"/>
              </a:solidFill>
              <a:latin typeface="Lato"/>
              <a:ea typeface="Lato"/>
              <a:cs typeface="Lato"/>
              <a:sym typeface="Lato"/>
            </a:endParaRPr>
          </a:p>
          <a:p>
            <a:pPr marL="393700" lvl="0" indent="-342900" algn="l" rtl="0">
              <a:lnSpc>
                <a:spcPct val="90000"/>
              </a:lnSpc>
              <a:spcBef>
                <a:spcPts val="0"/>
              </a:spcBef>
              <a:spcAft>
                <a:spcPts val="0"/>
              </a:spcAft>
              <a:buClr>
                <a:schemeClr val="dk1"/>
              </a:buClr>
              <a:buSzPts val="2000"/>
              <a:buFont typeface="Arial"/>
              <a:buChar char="•"/>
            </a:pPr>
            <a:r>
              <a:rPr lang="en" b="1" i="1">
                <a:solidFill>
                  <a:schemeClr val="dk1"/>
                </a:solidFill>
                <a:latin typeface="Lato"/>
                <a:ea typeface="Lato"/>
                <a:cs typeface="Lato"/>
                <a:sym typeface="Lato"/>
              </a:rPr>
              <a:t>Genome</a:t>
            </a:r>
            <a:r>
              <a:rPr lang="en">
                <a:solidFill>
                  <a:schemeClr val="dk1"/>
                </a:solidFill>
                <a:latin typeface="Lato"/>
                <a:ea typeface="Lato"/>
                <a:cs typeface="Lato"/>
                <a:sym typeface="Lato"/>
              </a:rPr>
              <a:t>: the set of genetic information in an organism </a:t>
            </a:r>
            <a:endParaRPr>
              <a:solidFill>
                <a:schemeClr val="dk1"/>
              </a:solidFill>
              <a:latin typeface="Lato"/>
              <a:ea typeface="Lato"/>
              <a:cs typeface="Lato"/>
              <a:sym typeface="Lato"/>
            </a:endParaRPr>
          </a:p>
          <a:p>
            <a:pPr marL="50800" lvl="0" indent="0" algn="l" rtl="0">
              <a:lnSpc>
                <a:spcPct val="90000"/>
              </a:lnSpc>
              <a:spcBef>
                <a:spcPts val="0"/>
              </a:spcBef>
              <a:spcAft>
                <a:spcPts val="0"/>
              </a:spcAft>
              <a:buSzPts val="2000"/>
              <a:buNone/>
            </a:pPr>
            <a:endParaRPr>
              <a:solidFill>
                <a:schemeClr val="dk1"/>
              </a:solidFill>
              <a:latin typeface="Lato"/>
              <a:ea typeface="Lato"/>
              <a:cs typeface="Lato"/>
              <a:sym typeface="Lato"/>
            </a:endParaRPr>
          </a:p>
          <a:p>
            <a:pPr marL="393700" lvl="0" indent="-342900" algn="l" rtl="0">
              <a:lnSpc>
                <a:spcPct val="90000"/>
              </a:lnSpc>
              <a:spcBef>
                <a:spcPts val="0"/>
              </a:spcBef>
              <a:spcAft>
                <a:spcPts val="0"/>
              </a:spcAft>
              <a:buClr>
                <a:schemeClr val="dk1"/>
              </a:buClr>
              <a:buSzPts val="2000"/>
              <a:buFont typeface="Lato"/>
              <a:buChar char="•"/>
            </a:pPr>
            <a:r>
              <a:rPr lang="en">
                <a:solidFill>
                  <a:schemeClr val="dk1"/>
                </a:solidFill>
                <a:latin typeface="Lato"/>
                <a:ea typeface="Lato"/>
                <a:cs typeface="Lato"/>
                <a:sym typeface="Lato"/>
              </a:rPr>
              <a:t>Genomic epidemiology is central to infectious disease public health surveillance</a:t>
            </a:r>
            <a:endParaRPr>
              <a:solidFill>
                <a:schemeClr val="dk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latin typeface="Lato Light"/>
              <a:ea typeface="Lato Light"/>
              <a:cs typeface="Lato Light"/>
              <a:sym typeface="Lato Light"/>
            </a:endParaRPr>
          </a:p>
        </p:txBody>
      </p:sp>
      <p:sp>
        <p:nvSpPr>
          <p:cNvPr id="123" name="Google Shape;123;p6"/>
          <p:cNvSpPr txBox="1">
            <a:spLocks noGrp="1"/>
          </p:cNvSpPr>
          <p:nvPr>
            <p:ph type="title"/>
          </p:nvPr>
        </p:nvSpPr>
        <p:spPr>
          <a:xfrm>
            <a:off x="263850" y="1886250"/>
            <a:ext cx="8616300" cy="1371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350">
                <a:latin typeface="Lato"/>
                <a:ea typeface="Lato"/>
                <a:cs typeface="Lato"/>
                <a:sym typeface="Lato"/>
              </a:rPr>
              <a:t>Genomic epidemiology is a discipline where we seek to understand the </a:t>
            </a:r>
            <a:r>
              <a:rPr lang="en" sz="2350" b="1">
                <a:latin typeface="Lato"/>
                <a:ea typeface="Lato"/>
                <a:cs typeface="Lato"/>
                <a:sym typeface="Lato"/>
              </a:rPr>
              <a:t>distribution</a:t>
            </a:r>
            <a:r>
              <a:rPr lang="en" sz="2350">
                <a:latin typeface="Lato"/>
                <a:ea typeface="Lato"/>
                <a:cs typeface="Lato"/>
                <a:sym typeface="Lato"/>
              </a:rPr>
              <a:t> of infectious diseases in a population and </a:t>
            </a:r>
            <a:r>
              <a:rPr lang="en" sz="2350" b="1">
                <a:latin typeface="Lato"/>
                <a:ea typeface="Lato"/>
                <a:cs typeface="Lato"/>
                <a:sym typeface="Lato"/>
              </a:rPr>
              <a:t>determinants of those patterns</a:t>
            </a:r>
            <a:r>
              <a:rPr lang="en" sz="2350">
                <a:latin typeface="Lato"/>
                <a:ea typeface="Lato"/>
                <a:cs typeface="Lato"/>
                <a:sym typeface="Lato"/>
              </a:rPr>
              <a:t> from </a:t>
            </a:r>
            <a:r>
              <a:rPr lang="en" sz="2350" b="1">
                <a:latin typeface="Lato"/>
                <a:ea typeface="Lato"/>
                <a:cs typeface="Lato"/>
                <a:sym typeface="Lato"/>
              </a:rPr>
              <a:t>pathogen genetic sequence data</a:t>
            </a:r>
            <a:r>
              <a:rPr lang="en" sz="2350">
                <a:latin typeface="Lato"/>
                <a:ea typeface="Lato"/>
                <a:cs typeface="Lato"/>
                <a:sym typeface="Lato"/>
              </a:rPr>
              <a:t>.</a:t>
            </a:r>
            <a:endParaRPr sz="2350">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55CC"/>
        </a:solidFill>
        <a:effectLst/>
      </p:bgPr>
    </p:bg>
    <p:spTree>
      <p:nvGrpSpPr>
        <p:cNvPr id="1" name="Shape 127"/>
        <p:cNvGrpSpPr/>
        <p:nvPr/>
      </p:nvGrpSpPr>
      <p:grpSpPr>
        <a:xfrm>
          <a:off x="0" y="0"/>
          <a:ext cx="0" cy="0"/>
          <a:chOff x="0" y="0"/>
          <a:chExt cx="0" cy="0"/>
        </a:xfrm>
      </p:grpSpPr>
      <p:sp>
        <p:nvSpPr>
          <p:cNvPr id="128" name="Google Shape;128;p7"/>
          <p:cNvSpPr txBox="1">
            <a:spLocks noGrp="1"/>
          </p:cNvSpPr>
          <p:nvPr>
            <p:ph type="title"/>
          </p:nvPr>
        </p:nvSpPr>
        <p:spPr>
          <a:xfrm>
            <a:off x="311700" y="2028250"/>
            <a:ext cx="8520600" cy="13125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b="1">
                <a:solidFill>
                  <a:schemeClr val="lt1"/>
                </a:solidFill>
                <a:latin typeface="Lato"/>
                <a:ea typeface="Lato"/>
                <a:cs typeface="Lato"/>
                <a:sym typeface="Lato"/>
              </a:rPr>
              <a:t>Part 1</a:t>
            </a:r>
            <a:r>
              <a:rPr lang="en">
                <a:solidFill>
                  <a:schemeClr val="lt1"/>
                </a:solidFill>
                <a:latin typeface="Lato"/>
                <a:ea typeface="Lato"/>
                <a:cs typeface="Lato"/>
                <a:sym typeface="Lato"/>
              </a:rPr>
              <a:t> - The overlapping timescales of pathogen evolution and infection transmission.</a:t>
            </a:r>
            <a:endParaRPr>
              <a:solidFill>
                <a:schemeClr val="l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8"/>
          <p:cNvSpPr txBox="1">
            <a:spLocks noGrp="1"/>
          </p:cNvSpPr>
          <p:nvPr>
            <p:ph type="title"/>
          </p:nvPr>
        </p:nvSpPr>
        <p:spPr>
          <a:xfrm>
            <a:off x="263850" y="445025"/>
            <a:ext cx="8768700" cy="69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2500">
                <a:latin typeface="Lato Light"/>
                <a:ea typeface="Lato Light"/>
                <a:cs typeface="Lato Light"/>
                <a:sym typeface="Lato Light"/>
              </a:rPr>
              <a:t>The ability to infer patterns of epidemic dynamics relies on a </a:t>
            </a:r>
            <a:r>
              <a:rPr lang="en" sz="2500" b="1">
                <a:latin typeface="Lato"/>
                <a:ea typeface="Lato"/>
                <a:cs typeface="Lato"/>
                <a:sym typeface="Lato"/>
              </a:rPr>
              <a:t>fundamental principle</a:t>
            </a:r>
            <a:r>
              <a:rPr lang="en" sz="2500">
                <a:latin typeface="Lato Light"/>
                <a:ea typeface="Lato Light"/>
                <a:cs typeface="Lato Light"/>
                <a:sym typeface="Lato Light"/>
              </a:rPr>
              <a:t>.</a:t>
            </a:r>
            <a:endParaRPr sz="2500">
              <a:latin typeface="Lato Light"/>
              <a:ea typeface="Lato Light"/>
              <a:cs typeface="Lato Light"/>
              <a:sym typeface="Lato Light"/>
            </a:endParaRPr>
          </a:p>
        </p:txBody>
      </p:sp>
      <p:sp>
        <p:nvSpPr>
          <p:cNvPr id="134" name="Google Shape;134;p8"/>
          <p:cNvSpPr txBox="1">
            <a:spLocks noGrp="1"/>
          </p:cNvSpPr>
          <p:nvPr>
            <p:ph type="title"/>
          </p:nvPr>
        </p:nvSpPr>
        <p:spPr>
          <a:xfrm>
            <a:off x="263850" y="2034450"/>
            <a:ext cx="8616300" cy="10746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500" b="1">
                <a:latin typeface="Lato"/>
                <a:ea typeface="Lato"/>
                <a:cs typeface="Lato"/>
                <a:sym typeface="Lato"/>
              </a:rPr>
              <a:t>Pathogens evolve </a:t>
            </a:r>
            <a:r>
              <a:rPr lang="en" sz="2500">
                <a:latin typeface="Lato"/>
                <a:ea typeface="Lato"/>
                <a:cs typeface="Lato"/>
                <a:sym typeface="Lato"/>
              </a:rPr>
              <a:t>and</a:t>
            </a:r>
            <a:r>
              <a:rPr lang="en" sz="2500" b="1">
                <a:latin typeface="Lato"/>
                <a:ea typeface="Lato"/>
                <a:cs typeface="Lato"/>
                <a:sym typeface="Lato"/>
              </a:rPr>
              <a:t> infectious diseases spread </a:t>
            </a:r>
            <a:r>
              <a:rPr lang="en" sz="2500">
                <a:latin typeface="Lato"/>
                <a:ea typeface="Lato"/>
                <a:cs typeface="Lato"/>
                <a:sym typeface="Lato"/>
              </a:rPr>
              <a:t>through populations on</a:t>
            </a:r>
            <a:r>
              <a:rPr lang="en" sz="2500" b="1">
                <a:latin typeface="Lato"/>
                <a:ea typeface="Lato"/>
                <a:cs typeface="Lato"/>
                <a:sym typeface="Lato"/>
              </a:rPr>
              <a:t> similar timescales.</a:t>
            </a:r>
            <a:endParaRPr sz="2500">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grpSp>
        <p:nvGrpSpPr>
          <p:cNvPr id="140" name="Google Shape;140;p9"/>
          <p:cNvGrpSpPr/>
          <p:nvPr/>
        </p:nvGrpSpPr>
        <p:grpSpPr>
          <a:xfrm>
            <a:off x="664353" y="1825547"/>
            <a:ext cx="1400761" cy="2057197"/>
            <a:chOff x="906423" y="2691182"/>
            <a:chExt cx="1763738" cy="2590276"/>
          </a:xfrm>
        </p:grpSpPr>
        <p:pic>
          <p:nvPicPr>
            <p:cNvPr id="141" name="Google Shape;141;p9" descr="Diagram&#10;&#10;Description automatically generated"/>
            <p:cNvPicPr preferRelativeResize="0"/>
            <p:nvPr/>
          </p:nvPicPr>
          <p:blipFill rotWithShape="1">
            <a:blip r:embed="rId3">
              <a:alphaModFix/>
            </a:blip>
            <a:srcRect/>
            <a:stretch/>
          </p:blipFill>
          <p:spPr>
            <a:xfrm>
              <a:off x="906423" y="2691182"/>
              <a:ext cx="1208170" cy="2590276"/>
            </a:xfrm>
            <a:prstGeom prst="rect">
              <a:avLst/>
            </a:prstGeom>
            <a:noFill/>
            <a:ln>
              <a:noFill/>
            </a:ln>
          </p:spPr>
        </p:pic>
        <p:sp>
          <p:nvSpPr>
            <p:cNvPr id="142" name="Google Shape;142;p9"/>
            <p:cNvSpPr/>
            <p:nvPr/>
          </p:nvSpPr>
          <p:spPr>
            <a:xfrm flipH="1">
              <a:off x="1756244" y="2866681"/>
              <a:ext cx="478980" cy="492102"/>
            </a:xfrm>
            <a:prstGeom prst="lightningBolt">
              <a:avLst/>
            </a:prstGeom>
            <a:solidFill>
              <a:srgbClr val="FFFF00"/>
            </a:solidFill>
            <a:ln w="10775" cap="flat" cmpd="sng">
              <a:solidFill>
                <a:schemeClr val="accent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Poppins"/>
                <a:ea typeface="Poppins"/>
                <a:cs typeface="Poppins"/>
                <a:sym typeface="Poppins"/>
              </a:endParaRPr>
            </a:p>
          </p:txBody>
        </p:sp>
        <p:pic>
          <p:nvPicPr>
            <p:cNvPr id="143" name="Google Shape;143;p9" descr="Dice free to use clip art - Clipartix"/>
            <p:cNvPicPr preferRelativeResize="0"/>
            <p:nvPr/>
          </p:nvPicPr>
          <p:blipFill rotWithShape="1">
            <a:blip r:embed="rId4">
              <a:alphaModFix/>
            </a:blip>
            <a:srcRect/>
            <a:stretch/>
          </p:blipFill>
          <p:spPr>
            <a:xfrm rot="1838509">
              <a:off x="2072184" y="3214290"/>
              <a:ext cx="505999" cy="499555"/>
            </a:xfrm>
            <a:prstGeom prst="rect">
              <a:avLst/>
            </a:prstGeom>
            <a:noFill/>
            <a:ln>
              <a:noFill/>
            </a:ln>
          </p:spPr>
        </p:pic>
      </p:grpSp>
      <p:sp>
        <p:nvSpPr>
          <p:cNvPr id="144" name="Google Shape;144;p9"/>
          <p:cNvSpPr txBox="1"/>
          <p:nvPr/>
        </p:nvSpPr>
        <p:spPr>
          <a:xfrm>
            <a:off x="344602" y="1204084"/>
            <a:ext cx="1641300" cy="3000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Lato"/>
                <a:ea typeface="Lato"/>
                <a:cs typeface="Lato"/>
                <a:sym typeface="Lato"/>
              </a:rPr>
              <a:t>Within hosts</a:t>
            </a:r>
            <a:endParaRPr sz="1100" b="1" i="0" u="none" strike="noStrike" cap="none">
              <a:solidFill>
                <a:schemeClr val="dk1"/>
              </a:solidFill>
              <a:latin typeface="Lato"/>
              <a:ea typeface="Lato"/>
              <a:cs typeface="Lato"/>
              <a:sym typeface="Lato"/>
            </a:endParaRPr>
          </a:p>
        </p:txBody>
      </p:sp>
      <p:sp>
        <p:nvSpPr>
          <p:cNvPr id="145" name="Google Shape;145;p9"/>
          <p:cNvSpPr txBox="1"/>
          <p:nvPr/>
        </p:nvSpPr>
        <p:spPr>
          <a:xfrm>
            <a:off x="215468" y="4141845"/>
            <a:ext cx="1899600" cy="2538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Lato"/>
                <a:ea typeface="Lato"/>
                <a:cs typeface="Lato"/>
                <a:sym typeface="Lato"/>
              </a:rPr>
              <a:t>Short term evolution</a:t>
            </a:r>
            <a:endParaRPr sz="1100" b="0" i="0" u="none" strike="noStrike" cap="none">
              <a:solidFill>
                <a:schemeClr val="dk1"/>
              </a:solidFill>
              <a:latin typeface="Lato"/>
              <a:ea typeface="Lato"/>
              <a:cs typeface="Lato"/>
              <a:sym typeface="Lato"/>
            </a:endParaRPr>
          </a:p>
        </p:txBody>
      </p:sp>
      <p:sp>
        <p:nvSpPr>
          <p:cNvPr id="146" name="Google Shape;146;p9"/>
          <p:cNvSpPr txBox="1">
            <a:spLocks noGrp="1"/>
          </p:cNvSpPr>
          <p:nvPr>
            <p:ph type="title" idx="4294967295"/>
          </p:nvPr>
        </p:nvSpPr>
        <p:spPr>
          <a:xfrm>
            <a:off x="685800" y="294894"/>
            <a:ext cx="7915200" cy="654900"/>
          </a:xfrm>
          <a:prstGeom prst="rect">
            <a:avLst/>
          </a:prstGeom>
          <a:noFill/>
          <a:ln>
            <a:noFill/>
          </a:ln>
        </p:spPr>
        <p:txBody>
          <a:bodyPr spcFirstLastPara="1" wrap="square" lIns="68575" tIns="34275" rIns="68575" bIns="34275" anchor="b" anchorCtr="0">
            <a:noAutofit/>
          </a:bodyPr>
          <a:lstStyle/>
          <a:p>
            <a:pPr marL="0" lvl="0" indent="0" algn="l" rtl="0">
              <a:lnSpc>
                <a:spcPct val="90000"/>
              </a:lnSpc>
              <a:spcBef>
                <a:spcPts val="0"/>
              </a:spcBef>
              <a:spcAft>
                <a:spcPts val="0"/>
              </a:spcAft>
              <a:buClr>
                <a:srgbClr val="595959"/>
              </a:buClr>
              <a:buSzPts val="2300"/>
              <a:buFont typeface="Poppins"/>
              <a:buNone/>
            </a:pPr>
            <a:r>
              <a:rPr lang="en" sz="2200">
                <a:latin typeface="Lato"/>
                <a:ea typeface="Lato"/>
                <a:cs typeface="Lato"/>
                <a:sym typeface="Lato"/>
              </a:rPr>
              <a:t>Evolutionary processes play out across multiple scales</a:t>
            </a:r>
            <a:endParaRPr sz="2200">
              <a:latin typeface="Lato"/>
              <a:ea typeface="Lato"/>
              <a:cs typeface="Lato"/>
              <a:sym typeface="Lato"/>
            </a:endParaRPr>
          </a:p>
        </p:txBody>
      </p:sp>
      <p:sp>
        <p:nvSpPr>
          <p:cNvPr id="147" name="Google Shape;147;p9"/>
          <p:cNvSpPr txBox="1"/>
          <p:nvPr/>
        </p:nvSpPr>
        <p:spPr>
          <a:xfrm>
            <a:off x="7131229" y="1177070"/>
            <a:ext cx="1641300" cy="3000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Lato"/>
                <a:ea typeface="Lato"/>
                <a:cs typeface="Lato"/>
                <a:sym typeface="Lato"/>
              </a:rPr>
              <a:t>Across time</a:t>
            </a:r>
            <a:endParaRPr sz="1100" b="1" i="0" u="none" strike="noStrike" cap="none">
              <a:solidFill>
                <a:schemeClr val="dk1"/>
              </a:solidFill>
              <a:latin typeface="Lato"/>
              <a:ea typeface="Lato"/>
              <a:cs typeface="Lato"/>
              <a:sym typeface="Lato"/>
            </a:endParaRPr>
          </a:p>
        </p:txBody>
      </p:sp>
      <p:sp>
        <p:nvSpPr>
          <p:cNvPr id="148" name="Google Shape;148;p9"/>
          <p:cNvSpPr txBox="1"/>
          <p:nvPr/>
        </p:nvSpPr>
        <p:spPr>
          <a:xfrm>
            <a:off x="7002095" y="4141985"/>
            <a:ext cx="1899300" cy="2538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Lato"/>
                <a:ea typeface="Lato"/>
                <a:cs typeface="Lato"/>
                <a:sym typeface="Lato"/>
              </a:rPr>
              <a:t>Time scale?</a:t>
            </a:r>
            <a:endParaRPr sz="1100" b="0" i="0" u="none" strike="noStrike" cap="none">
              <a:solidFill>
                <a:schemeClr val="dk1"/>
              </a:solidFill>
              <a:latin typeface="Lato"/>
              <a:ea typeface="Lato"/>
              <a:cs typeface="Lato"/>
              <a:sym typeface="Lato"/>
            </a:endParaRPr>
          </a:p>
        </p:txBody>
      </p:sp>
      <p:grpSp>
        <p:nvGrpSpPr>
          <p:cNvPr id="149" name="Google Shape;149;p9"/>
          <p:cNvGrpSpPr/>
          <p:nvPr/>
        </p:nvGrpSpPr>
        <p:grpSpPr>
          <a:xfrm>
            <a:off x="4548401" y="1954331"/>
            <a:ext cx="2006253" cy="1713452"/>
            <a:chOff x="4923746" y="2683220"/>
            <a:chExt cx="2830492" cy="2417398"/>
          </a:xfrm>
        </p:grpSpPr>
        <p:pic>
          <p:nvPicPr>
            <p:cNvPr id="150" name="Google Shape;150;p9" descr="A picture containing text, athletic game, ball&#10;&#10;Description automatically generated"/>
            <p:cNvPicPr preferRelativeResize="0"/>
            <p:nvPr/>
          </p:nvPicPr>
          <p:blipFill rotWithShape="1">
            <a:blip r:embed="rId5">
              <a:alphaModFix/>
            </a:blip>
            <a:srcRect t="4469" r="5023" b="5609"/>
            <a:stretch/>
          </p:blipFill>
          <p:spPr>
            <a:xfrm>
              <a:off x="4923746" y="2786769"/>
              <a:ext cx="2253300" cy="2241595"/>
            </a:xfrm>
            <a:prstGeom prst="rect">
              <a:avLst/>
            </a:prstGeom>
            <a:noFill/>
            <a:ln>
              <a:noFill/>
            </a:ln>
          </p:spPr>
        </p:pic>
        <p:pic>
          <p:nvPicPr>
            <p:cNvPr id="151" name="Google Shape;151;p9" descr="Diagram&#10;&#10;Description automatically generated"/>
            <p:cNvPicPr preferRelativeResize="0"/>
            <p:nvPr/>
          </p:nvPicPr>
          <p:blipFill rotWithShape="1">
            <a:blip r:embed="rId3">
              <a:alphaModFix/>
            </a:blip>
            <a:srcRect/>
            <a:stretch/>
          </p:blipFill>
          <p:spPr>
            <a:xfrm>
              <a:off x="6525911" y="4013816"/>
              <a:ext cx="184021" cy="391483"/>
            </a:xfrm>
            <a:prstGeom prst="rect">
              <a:avLst/>
            </a:prstGeom>
            <a:noFill/>
            <a:ln>
              <a:noFill/>
            </a:ln>
          </p:spPr>
        </p:pic>
        <p:pic>
          <p:nvPicPr>
            <p:cNvPr id="152" name="Google Shape;152;p9" descr="A red white and blue flag&#10;&#10;Description automatically generated with medium confidence"/>
            <p:cNvPicPr preferRelativeResize="0"/>
            <p:nvPr/>
          </p:nvPicPr>
          <p:blipFill rotWithShape="1">
            <a:blip r:embed="rId6">
              <a:alphaModFix/>
            </a:blip>
            <a:srcRect/>
            <a:stretch/>
          </p:blipFill>
          <p:spPr>
            <a:xfrm>
              <a:off x="7443167" y="3242342"/>
              <a:ext cx="311071" cy="233962"/>
            </a:xfrm>
            <a:prstGeom prst="rect">
              <a:avLst/>
            </a:prstGeom>
            <a:noFill/>
            <a:ln>
              <a:noFill/>
            </a:ln>
          </p:spPr>
        </p:pic>
        <p:pic>
          <p:nvPicPr>
            <p:cNvPr id="153" name="Google Shape;153;p9" descr="Icon&#10;&#10;Description automatically generated"/>
            <p:cNvPicPr preferRelativeResize="0"/>
            <p:nvPr/>
          </p:nvPicPr>
          <p:blipFill rotWithShape="1">
            <a:blip r:embed="rId7">
              <a:alphaModFix/>
            </a:blip>
            <a:srcRect/>
            <a:stretch/>
          </p:blipFill>
          <p:spPr>
            <a:xfrm>
              <a:off x="7218483" y="3679874"/>
              <a:ext cx="349516" cy="262877"/>
            </a:xfrm>
            <a:prstGeom prst="rect">
              <a:avLst/>
            </a:prstGeom>
            <a:noFill/>
            <a:ln>
              <a:noFill/>
            </a:ln>
          </p:spPr>
        </p:pic>
        <p:pic>
          <p:nvPicPr>
            <p:cNvPr id="154" name="Google Shape;154;p9" descr="A red white and blue flag&#10;&#10;Description automatically generated with medium confidence"/>
            <p:cNvPicPr preferRelativeResize="0"/>
            <p:nvPr/>
          </p:nvPicPr>
          <p:blipFill rotWithShape="1">
            <a:blip r:embed="rId6">
              <a:alphaModFix/>
            </a:blip>
            <a:srcRect/>
            <a:stretch/>
          </p:blipFill>
          <p:spPr>
            <a:xfrm>
              <a:off x="7443167" y="2805052"/>
              <a:ext cx="311071" cy="233962"/>
            </a:xfrm>
            <a:prstGeom prst="rect">
              <a:avLst/>
            </a:prstGeom>
            <a:noFill/>
            <a:ln>
              <a:noFill/>
            </a:ln>
          </p:spPr>
        </p:pic>
        <p:pic>
          <p:nvPicPr>
            <p:cNvPr id="155" name="Google Shape;155;p9" descr="A red flag with a white cross&#10;&#10;Description automatically generated with low confidence"/>
            <p:cNvPicPr preferRelativeResize="0"/>
            <p:nvPr/>
          </p:nvPicPr>
          <p:blipFill rotWithShape="1">
            <a:blip r:embed="rId8">
              <a:alphaModFix/>
            </a:blip>
            <a:srcRect/>
            <a:stretch/>
          </p:blipFill>
          <p:spPr>
            <a:xfrm>
              <a:off x="6760274" y="4105509"/>
              <a:ext cx="309954" cy="233122"/>
            </a:xfrm>
            <a:prstGeom prst="rect">
              <a:avLst/>
            </a:prstGeom>
            <a:noFill/>
            <a:ln>
              <a:noFill/>
            </a:ln>
          </p:spPr>
        </p:pic>
        <p:pic>
          <p:nvPicPr>
            <p:cNvPr id="156" name="Google Shape;156;p9" descr="A close-up of a flag&#10;&#10;Description automatically generated with low confidence"/>
            <p:cNvPicPr preferRelativeResize="0"/>
            <p:nvPr/>
          </p:nvPicPr>
          <p:blipFill rotWithShape="1">
            <a:blip r:embed="rId9">
              <a:alphaModFix/>
            </a:blip>
            <a:srcRect/>
            <a:stretch/>
          </p:blipFill>
          <p:spPr>
            <a:xfrm>
              <a:off x="7443167" y="4479498"/>
              <a:ext cx="305321" cy="229637"/>
            </a:xfrm>
            <a:prstGeom prst="rect">
              <a:avLst/>
            </a:prstGeom>
            <a:noFill/>
            <a:ln>
              <a:noFill/>
            </a:ln>
          </p:spPr>
        </p:pic>
        <p:pic>
          <p:nvPicPr>
            <p:cNvPr id="157" name="Google Shape;157;p9" descr="A red flag with a white cross&#10;&#10;Description automatically generated with low confidence"/>
            <p:cNvPicPr preferRelativeResize="0"/>
            <p:nvPr/>
          </p:nvPicPr>
          <p:blipFill rotWithShape="1">
            <a:blip r:embed="rId8">
              <a:alphaModFix/>
            </a:blip>
            <a:srcRect/>
            <a:stretch/>
          </p:blipFill>
          <p:spPr>
            <a:xfrm>
              <a:off x="5998630" y="4803524"/>
              <a:ext cx="309954" cy="233122"/>
            </a:xfrm>
            <a:prstGeom prst="rect">
              <a:avLst/>
            </a:prstGeom>
            <a:noFill/>
            <a:ln>
              <a:noFill/>
            </a:ln>
          </p:spPr>
        </p:pic>
        <p:pic>
          <p:nvPicPr>
            <p:cNvPr id="158" name="Google Shape;158;p9" descr="Diagram&#10;&#10;Description automatically generated"/>
            <p:cNvPicPr preferRelativeResize="0"/>
            <p:nvPr/>
          </p:nvPicPr>
          <p:blipFill rotWithShape="1">
            <a:blip r:embed="rId3">
              <a:alphaModFix/>
            </a:blip>
            <a:srcRect/>
            <a:stretch/>
          </p:blipFill>
          <p:spPr>
            <a:xfrm>
              <a:off x="6968267" y="3623050"/>
              <a:ext cx="184021" cy="391483"/>
            </a:xfrm>
            <a:prstGeom prst="rect">
              <a:avLst/>
            </a:prstGeom>
            <a:noFill/>
            <a:ln>
              <a:noFill/>
            </a:ln>
          </p:spPr>
        </p:pic>
        <p:pic>
          <p:nvPicPr>
            <p:cNvPr id="159" name="Google Shape;159;p9" descr="Diagram&#10;&#10;Description automatically generated"/>
            <p:cNvPicPr preferRelativeResize="0"/>
            <p:nvPr/>
          </p:nvPicPr>
          <p:blipFill rotWithShape="1">
            <a:blip r:embed="rId3">
              <a:alphaModFix/>
            </a:blip>
            <a:srcRect/>
            <a:stretch/>
          </p:blipFill>
          <p:spPr>
            <a:xfrm>
              <a:off x="7198860" y="3104829"/>
              <a:ext cx="184021" cy="391483"/>
            </a:xfrm>
            <a:prstGeom prst="rect">
              <a:avLst/>
            </a:prstGeom>
            <a:noFill/>
            <a:ln>
              <a:noFill/>
            </a:ln>
          </p:spPr>
        </p:pic>
        <p:pic>
          <p:nvPicPr>
            <p:cNvPr id="160" name="Google Shape;160;p9" descr="Diagram&#10;&#10;Description automatically generated"/>
            <p:cNvPicPr preferRelativeResize="0"/>
            <p:nvPr/>
          </p:nvPicPr>
          <p:blipFill rotWithShape="1">
            <a:blip r:embed="rId3">
              <a:alphaModFix/>
            </a:blip>
            <a:srcRect/>
            <a:stretch/>
          </p:blipFill>
          <p:spPr>
            <a:xfrm>
              <a:off x="7198860" y="2683220"/>
              <a:ext cx="184021" cy="391483"/>
            </a:xfrm>
            <a:prstGeom prst="rect">
              <a:avLst/>
            </a:prstGeom>
            <a:noFill/>
            <a:ln>
              <a:noFill/>
            </a:ln>
          </p:spPr>
        </p:pic>
        <p:pic>
          <p:nvPicPr>
            <p:cNvPr id="161" name="Google Shape;161;p9" descr="Diagram&#10;&#10;Description automatically generated"/>
            <p:cNvPicPr preferRelativeResize="0"/>
            <p:nvPr/>
          </p:nvPicPr>
          <p:blipFill rotWithShape="1">
            <a:blip r:embed="rId3">
              <a:alphaModFix/>
            </a:blip>
            <a:srcRect/>
            <a:stretch/>
          </p:blipFill>
          <p:spPr>
            <a:xfrm>
              <a:off x="7198860" y="4375133"/>
              <a:ext cx="184021" cy="391483"/>
            </a:xfrm>
            <a:prstGeom prst="rect">
              <a:avLst/>
            </a:prstGeom>
            <a:noFill/>
            <a:ln>
              <a:noFill/>
            </a:ln>
          </p:spPr>
        </p:pic>
        <p:pic>
          <p:nvPicPr>
            <p:cNvPr id="162" name="Google Shape;162;p9" descr="Diagram&#10;&#10;Description automatically generated"/>
            <p:cNvPicPr preferRelativeResize="0"/>
            <p:nvPr/>
          </p:nvPicPr>
          <p:blipFill rotWithShape="1">
            <a:blip r:embed="rId3">
              <a:alphaModFix/>
            </a:blip>
            <a:srcRect/>
            <a:stretch/>
          </p:blipFill>
          <p:spPr>
            <a:xfrm>
              <a:off x="5720489" y="4709135"/>
              <a:ext cx="184021" cy="391483"/>
            </a:xfrm>
            <a:prstGeom prst="rect">
              <a:avLst/>
            </a:prstGeom>
            <a:noFill/>
            <a:ln>
              <a:noFill/>
            </a:ln>
          </p:spPr>
        </p:pic>
      </p:grpSp>
      <p:sp>
        <p:nvSpPr>
          <p:cNvPr id="163" name="Google Shape;163;p9"/>
          <p:cNvSpPr txBox="1"/>
          <p:nvPr/>
        </p:nvSpPr>
        <p:spPr>
          <a:xfrm>
            <a:off x="4869020" y="1204028"/>
            <a:ext cx="1641300" cy="3000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Lato"/>
                <a:ea typeface="Lato"/>
                <a:cs typeface="Lato"/>
                <a:sym typeface="Lato"/>
              </a:rPr>
              <a:t>Across space</a:t>
            </a:r>
            <a:endParaRPr sz="1100" b="1" i="0" u="none" strike="noStrike" cap="none">
              <a:solidFill>
                <a:schemeClr val="dk1"/>
              </a:solidFill>
              <a:latin typeface="Lato"/>
              <a:ea typeface="Lato"/>
              <a:cs typeface="Lato"/>
              <a:sym typeface="Lato"/>
            </a:endParaRPr>
          </a:p>
        </p:txBody>
      </p:sp>
      <p:sp>
        <p:nvSpPr>
          <p:cNvPr id="164" name="Google Shape;164;p9"/>
          <p:cNvSpPr txBox="1"/>
          <p:nvPr/>
        </p:nvSpPr>
        <p:spPr>
          <a:xfrm>
            <a:off x="4739885" y="4142746"/>
            <a:ext cx="1899600" cy="2538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Lato"/>
                <a:ea typeface="Lato"/>
                <a:cs typeface="Lato"/>
                <a:sym typeface="Lato"/>
              </a:rPr>
              <a:t>Time scale?</a:t>
            </a:r>
            <a:endParaRPr sz="1100" b="0" i="0" u="none" strike="noStrike" cap="none">
              <a:solidFill>
                <a:schemeClr val="dk1"/>
              </a:solidFill>
              <a:latin typeface="Lato"/>
              <a:ea typeface="Lato"/>
              <a:cs typeface="Lato"/>
              <a:sym typeface="Lato"/>
            </a:endParaRPr>
          </a:p>
        </p:txBody>
      </p:sp>
      <p:grpSp>
        <p:nvGrpSpPr>
          <p:cNvPr id="165" name="Google Shape;165;p9"/>
          <p:cNvGrpSpPr/>
          <p:nvPr/>
        </p:nvGrpSpPr>
        <p:grpSpPr>
          <a:xfrm>
            <a:off x="2543281" y="1806865"/>
            <a:ext cx="1623561" cy="1989873"/>
            <a:chOff x="2254381" y="2097801"/>
            <a:chExt cx="2098709" cy="2676359"/>
          </a:xfrm>
        </p:grpSpPr>
        <p:pic>
          <p:nvPicPr>
            <p:cNvPr id="166" name="Google Shape;166;p9" descr="Diagram&#10;&#10;Description automatically generated"/>
            <p:cNvPicPr preferRelativeResize="0"/>
            <p:nvPr/>
          </p:nvPicPr>
          <p:blipFill rotWithShape="1">
            <a:blip r:embed="rId3">
              <a:alphaModFix/>
            </a:blip>
            <a:srcRect/>
            <a:stretch/>
          </p:blipFill>
          <p:spPr>
            <a:xfrm>
              <a:off x="2254381" y="3224937"/>
              <a:ext cx="436234" cy="861648"/>
            </a:xfrm>
            <a:prstGeom prst="rect">
              <a:avLst/>
            </a:prstGeom>
            <a:noFill/>
            <a:ln>
              <a:noFill/>
            </a:ln>
          </p:spPr>
        </p:pic>
        <p:pic>
          <p:nvPicPr>
            <p:cNvPr id="167" name="Google Shape;167;p9" descr="Diagram&#10;&#10;Description automatically generated"/>
            <p:cNvPicPr preferRelativeResize="0"/>
            <p:nvPr/>
          </p:nvPicPr>
          <p:blipFill rotWithShape="1">
            <a:blip r:embed="rId3">
              <a:alphaModFix/>
            </a:blip>
            <a:srcRect/>
            <a:stretch/>
          </p:blipFill>
          <p:spPr>
            <a:xfrm>
              <a:off x="3051183" y="2808104"/>
              <a:ext cx="436234" cy="861648"/>
            </a:xfrm>
            <a:prstGeom prst="rect">
              <a:avLst/>
            </a:prstGeom>
            <a:noFill/>
            <a:ln>
              <a:noFill/>
            </a:ln>
          </p:spPr>
        </p:pic>
        <p:pic>
          <p:nvPicPr>
            <p:cNvPr id="168" name="Google Shape;168;p9" descr="Diagram&#10;&#10;Description automatically generated"/>
            <p:cNvPicPr preferRelativeResize="0"/>
            <p:nvPr/>
          </p:nvPicPr>
          <p:blipFill rotWithShape="1">
            <a:blip r:embed="rId3">
              <a:alphaModFix/>
            </a:blip>
            <a:srcRect/>
            <a:stretch/>
          </p:blipFill>
          <p:spPr>
            <a:xfrm>
              <a:off x="3916856" y="3912512"/>
              <a:ext cx="436234" cy="861648"/>
            </a:xfrm>
            <a:prstGeom prst="rect">
              <a:avLst/>
            </a:prstGeom>
            <a:noFill/>
            <a:ln>
              <a:noFill/>
            </a:ln>
          </p:spPr>
        </p:pic>
        <p:pic>
          <p:nvPicPr>
            <p:cNvPr id="169" name="Google Shape;169;p9" descr="Diagram&#10;&#10;Description automatically generated"/>
            <p:cNvPicPr preferRelativeResize="0"/>
            <p:nvPr/>
          </p:nvPicPr>
          <p:blipFill rotWithShape="1">
            <a:blip r:embed="rId3">
              <a:alphaModFix/>
            </a:blip>
            <a:srcRect/>
            <a:stretch/>
          </p:blipFill>
          <p:spPr>
            <a:xfrm>
              <a:off x="3916856" y="2942839"/>
              <a:ext cx="436234" cy="861648"/>
            </a:xfrm>
            <a:prstGeom prst="rect">
              <a:avLst/>
            </a:prstGeom>
            <a:noFill/>
            <a:ln>
              <a:noFill/>
            </a:ln>
          </p:spPr>
        </p:pic>
        <p:pic>
          <p:nvPicPr>
            <p:cNvPr id="170" name="Google Shape;170;p9" descr="Diagram&#10;&#10;Description automatically generated"/>
            <p:cNvPicPr preferRelativeResize="0"/>
            <p:nvPr/>
          </p:nvPicPr>
          <p:blipFill rotWithShape="1">
            <a:blip r:embed="rId3">
              <a:alphaModFix/>
            </a:blip>
            <a:srcRect/>
            <a:stretch/>
          </p:blipFill>
          <p:spPr>
            <a:xfrm>
              <a:off x="3916856" y="2097801"/>
              <a:ext cx="436234" cy="861648"/>
            </a:xfrm>
            <a:prstGeom prst="rect">
              <a:avLst/>
            </a:prstGeom>
            <a:noFill/>
            <a:ln>
              <a:noFill/>
            </a:ln>
          </p:spPr>
        </p:pic>
        <p:pic>
          <p:nvPicPr>
            <p:cNvPr id="171" name="Google Shape;171;p9" descr="Chart, bubble chart&#10;&#10;Description automatically generated"/>
            <p:cNvPicPr preferRelativeResize="0"/>
            <p:nvPr/>
          </p:nvPicPr>
          <p:blipFill rotWithShape="1">
            <a:blip r:embed="rId10">
              <a:alphaModFix/>
            </a:blip>
            <a:srcRect l="77782" t="89703" r="16770" b="3889"/>
            <a:stretch/>
          </p:blipFill>
          <p:spPr>
            <a:xfrm rot="-1640034">
              <a:off x="2669919" y="3206016"/>
              <a:ext cx="314327" cy="312009"/>
            </a:xfrm>
            <a:prstGeom prst="rect">
              <a:avLst/>
            </a:prstGeom>
            <a:noFill/>
            <a:ln>
              <a:noFill/>
            </a:ln>
          </p:spPr>
        </p:pic>
        <p:pic>
          <p:nvPicPr>
            <p:cNvPr id="172" name="Google Shape;172;p9" descr="Chart, bubble chart&#10;&#10;Description automatically generated"/>
            <p:cNvPicPr preferRelativeResize="0"/>
            <p:nvPr/>
          </p:nvPicPr>
          <p:blipFill rotWithShape="1">
            <a:blip r:embed="rId10">
              <a:alphaModFix/>
            </a:blip>
            <a:srcRect l="77782" t="89703" r="16770" b="3889"/>
            <a:stretch/>
          </p:blipFill>
          <p:spPr>
            <a:xfrm rot="1845223">
              <a:off x="2680072" y="3879327"/>
              <a:ext cx="314328" cy="312010"/>
            </a:xfrm>
            <a:prstGeom prst="rect">
              <a:avLst/>
            </a:prstGeom>
            <a:noFill/>
            <a:ln>
              <a:noFill/>
            </a:ln>
          </p:spPr>
        </p:pic>
        <p:pic>
          <p:nvPicPr>
            <p:cNvPr id="173" name="Google Shape;173;p9" descr="Chart, bubble chart&#10;&#10;Description automatically generated"/>
            <p:cNvPicPr preferRelativeResize="0"/>
            <p:nvPr/>
          </p:nvPicPr>
          <p:blipFill rotWithShape="1">
            <a:blip r:embed="rId10">
              <a:alphaModFix/>
            </a:blip>
            <a:srcRect l="77782" t="89703" r="16770" b="3889"/>
            <a:stretch/>
          </p:blipFill>
          <p:spPr>
            <a:xfrm rot="-1640034">
              <a:off x="3545419" y="2726374"/>
              <a:ext cx="314327" cy="312009"/>
            </a:xfrm>
            <a:prstGeom prst="rect">
              <a:avLst/>
            </a:prstGeom>
            <a:noFill/>
            <a:ln>
              <a:noFill/>
            </a:ln>
          </p:spPr>
        </p:pic>
        <p:pic>
          <p:nvPicPr>
            <p:cNvPr id="174" name="Google Shape;174;p9" descr="Chart, bubble chart&#10;&#10;Description automatically generated"/>
            <p:cNvPicPr preferRelativeResize="0"/>
            <p:nvPr/>
          </p:nvPicPr>
          <p:blipFill rotWithShape="1">
            <a:blip r:embed="rId10">
              <a:alphaModFix/>
            </a:blip>
            <a:srcRect l="77782" t="89703" r="16770" b="3889"/>
            <a:stretch/>
          </p:blipFill>
          <p:spPr>
            <a:xfrm>
              <a:off x="3592355" y="3073378"/>
              <a:ext cx="314325" cy="312009"/>
            </a:xfrm>
            <a:prstGeom prst="rect">
              <a:avLst/>
            </a:prstGeom>
            <a:noFill/>
            <a:ln>
              <a:noFill/>
            </a:ln>
          </p:spPr>
        </p:pic>
        <p:pic>
          <p:nvPicPr>
            <p:cNvPr id="175" name="Google Shape;175;p9" descr="Chart, bubble chart&#10;&#10;Description automatically generated"/>
            <p:cNvPicPr preferRelativeResize="0"/>
            <p:nvPr/>
          </p:nvPicPr>
          <p:blipFill rotWithShape="1">
            <a:blip r:embed="rId10">
              <a:alphaModFix/>
            </a:blip>
            <a:srcRect l="77782" t="89703" r="16770" b="3889"/>
            <a:stretch/>
          </p:blipFill>
          <p:spPr>
            <a:xfrm>
              <a:off x="3568719" y="4189382"/>
              <a:ext cx="314325" cy="312009"/>
            </a:xfrm>
            <a:prstGeom prst="rect">
              <a:avLst/>
            </a:prstGeom>
            <a:noFill/>
            <a:ln>
              <a:noFill/>
            </a:ln>
          </p:spPr>
        </p:pic>
        <p:sp>
          <p:nvSpPr>
            <p:cNvPr id="176" name="Google Shape;176;p9"/>
            <p:cNvSpPr/>
            <p:nvPr/>
          </p:nvSpPr>
          <p:spPr>
            <a:xfrm flipH="1">
              <a:off x="2731725" y="2879588"/>
              <a:ext cx="260550" cy="387558"/>
            </a:xfrm>
            <a:prstGeom prst="lightningBolt">
              <a:avLst/>
            </a:prstGeom>
            <a:solidFill>
              <a:srgbClr val="FFFF00"/>
            </a:solidFill>
            <a:ln w="10775" cap="flat" cmpd="sng">
              <a:solidFill>
                <a:schemeClr val="accent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orbel"/>
                <a:ea typeface="Corbel"/>
                <a:cs typeface="Corbel"/>
                <a:sym typeface="Corbel"/>
              </a:endParaRPr>
            </a:p>
          </p:txBody>
        </p:sp>
        <p:pic>
          <p:nvPicPr>
            <p:cNvPr id="177" name="Google Shape;177;p9" descr="Dice free to use clip art - Clipartix"/>
            <p:cNvPicPr preferRelativeResize="0"/>
            <p:nvPr/>
          </p:nvPicPr>
          <p:blipFill rotWithShape="1">
            <a:blip r:embed="rId4">
              <a:alphaModFix/>
            </a:blip>
            <a:srcRect/>
            <a:stretch/>
          </p:blipFill>
          <p:spPr>
            <a:xfrm rot="994856">
              <a:off x="2565757" y="4100117"/>
              <a:ext cx="218432" cy="209847"/>
            </a:xfrm>
            <a:prstGeom prst="rect">
              <a:avLst/>
            </a:prstGeom>
            <a:noFill/>
            <a:ln>
              <a:noFill/>
            </a:ln>
          </p:spPr>
        </p:pic>
        <p:pic>
          <p:nvPicPr>
            <p:cNvPr id="178" name="Google Shape;178;p9" descr="Dice free to use clip art - Clipartix"/>
            <p:cNvPicPr preferRelativeResize="0"/>
            <p:nvPr/>
          </p:nvPicPr>
          <p:blipFill rotWithShape="1">
            <a:blip r:embed="rId4">
              <a:alphaModFix/>
            </a:blip>
            <a:srcRect/>
            <a:stretch/>
          </p:blipFill>
          <p:spPr>
            <a:xfrm rot="994856">
              <a:off x="3548290" y="4021126"/>
              <a:ext cx="218432" cy="209847"/>
            </a:xfrm>
            <a:prstGeom prst="rect">
              <a:avLst/>
            </a:prstGeom>
            <a:noFill/>
            <a:ln>
              <a:noFill/>
            </a:ln>
          </p:spPr>
        </p:pic>
        <p:sp>
          <p:nvSpPr>
            <p:cNvPr id="179" name="Google Shape;179;p9"/>
            <p:cNvSpPr/>
            <p:nvPr/>
          </p:nvSpPr>
          <p:spPr>
            <a:xfrm flipH="1">
              <a:off x="3746463" y="3843869"/>
              <a:ext cx="260550" cy="387558"/>
            </a:xfrm>
            <a:prstGeom prst="lightningBolt">
              <a:avLst/>
            </a:prstGeom>
            <a:solidFill>
              <a:srgbClr val="FFFF00"/>
            </a:solidFill>
            <a:ln w="10775" cap="flat" cmpd="sng">
              <a:solidFill>
                <a:schemeClr val="accent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orbel"/>
                <a:ea typeface="Corbel"/>
                <a:cs typeface="Corbel"/>
                <a:sym typeface="Corbel"/>
              </a:endParaRPr>
            </a:p>
          </p:txBody>
        </p:sp>
        <p:sp>
          <p:nvSpPr>
            <p:cNvPr id="180" name="Google Shape;180;p9"/>
            <p:cNvSpPr/>
            <p:nvPr/>
          </p:nvSpPr>
          <p:spPr>
            <a:xfrm flipH="1">
              <a:off x="3617246" y="2442165"/>
              <a:ext cx="260550" cy="387558"/>
            </a:xfrm>
            <a:prstGeom prst="lightningBolt">
              <a:avLst/>
            </a:prstGeom>
            <a:solidFill>
              <a:srgbClr val="FFFF00"/>
            </a:solidFill>
            <a:ln w="10775" cap="flat" cmpd="sng">
              <a:solidFill>
                <a:schemeClr val="accent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orbel"/>
                <a:ea typeface="Corbel"/>
                <a:cs typeface="Corbel"/>
                <a:sym typeface="Corbel"/>
              </a:endParaRPr>
            </a:p>
          </p:txBody>
        </p:sp>
        <p:pic>
          <p:nvPicPr>
            <p:cNvPr id="181" name="Google Shape;181;p9" descr="Diagram&#10;&#10;Description automatically generated"/>
            <p:cNvPicPr preferRelativeResize="0"/>
            <p:nvPr/>
          </p:nvPicPr>
          <p:blipFill rotWithShape="1">
            <a:blip r:embed="rId3">
              <a:alphaModFix/>
            </a:blip>
            <a:srcRect/>
            <a:stretch/>
          </p:blipFill>
          <p:spPr>
            <a:xfrm>
              <a:off x="3051183" y="3809848"/>
              <a:ext cx="436234" cy="861648"/>
            </a:xfrm>
            <a:prstGeom prst="rect">
              <a:avLst/>
            </a:prstGeom>
            <a:noFill/>
            <a:ln>
              <a:noFill/>
            </a:ln>
          </p:spPr>
        </p:pic>
        <p:pic>
          <p:nvPicPr>
            <p:cNvPr id="182" name="Google Shape;182;p9" descr="Dice free to use clip art - Clipartix"/>
            <p:cNvPicPr preferRelativeResize="0"/>
            <p:nvPr/>
          </p:nvPicPr>
          <p:blipFill rotWithShape="1">
            <a:blip r:embed="rId4">
              <a:alphaModFix/>
            </a:blip>
            <a:srcRect/>
            <a:stretch/>
          </p:blipFill>
          <p:spPr>
            <a:xfrm rot="994856">
              <a:off x="3557492" y="3348592"/>
              <a:ext cx="218432" cy="209847"/>
            </a:xfrm>
            <a:prstGeom prst="rect">
              <a:avLst/>
            </a:prstGeom>
            <a:noFill/>
            <a:ln>
              <a:noFill/>
            </a:ln>
          </p:spPr>
        </p:pic>
        <p:pic>
          <p:nvPicPr>
            <p:cNvPr id="183" name="Google Shape;183;p9" descr="Dice free to use clip art - Clipartix"/>
            <p:cNvPicPr preferRelativeResize="0"/>
            <p:nvPr/>
          </p:nvPicPr>
          <p:blipFill rotWithShape="1">
            <a:blip r:embed="rId4">
              <a:alphaModFix/>
            </a:blip>
            <a:srcRect/>
            <a:stretch/>
          </p:blipFill>
          <p:spPr>
            <a:xfrm rot="994856">
              <a:off x="3393267" y="2605768"/>
              <a:ext cx="218432" cy="209847"/>
            </a:xfrm>
            <a:prstGeom prst="rect">
              <a:avLst/>
            </a:prstGeom>
            <a:noFill/>
            <a:ln>
              <a:noFill/>
            </a:ln>
          </p:spPr>
        </p:pic>
        <p:pic>
          <p:nvPicPr>
            <p:cNvPr id="184" name="Google Shape;184;p9" descr="Dice free to use clip art - Clipartix"/>
            <p:cNvPicPr preferRelativeResize="0"/>
            <p:nvPr/>
          </p:nvPicPr>
          <p:blipFill rotWithShape="1">
            <a:blip r:embed="rId4">
              <a:alphaModFix/>
            </a:blip>
            <a:srcRect/>
            <a:stretch/>
          </p:blipFill>
          <p:spPr>
            <a:xfrm rot="994856">
              <a:off x="2532540" y="3013488"/>
              <a:ext cx="218432" cy="209847"/>
            </a:xfrm>
            <a:prstGeom prst="rect">
              <a:avLst/>
            </a:prstGeom>
            <a:noFill/>
            <a:ln>
              <a:noFill/>
            </a:ln>
          </p:spPr>
        </p:pic>
      </p:grpSp>
      <p:sp>
        <p:nvSpPr>
          <p:cNvPr id="185" name="Google Shape;185;p9"/>
          <p:cNvSpPr txBox="1"/>
          <p:nvPr/>
        </p:nvSpPr>
        <p:spPr>
          <a:xfrm>
            <a:off x="2606811" y="1204028"/>
            <a:ext cx="1641300" cy="3000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Lato"/>
                <a:ea typeface="Lato"/>
                <a:cs typeface="Lato"/>
                <a:sym typeface="Lato"/>
              </a:rPr>
              <a:t>Between hosts</a:t>
            </a:r>
            <a:endParaRPr sz="1100" b="1" i="0" u="none" strike="noStrike" cap="none">
              <a:solidFill>
                <a:schemeClr val="dk1"/>
              </a:solidFill>
              <a:latin typeface="Lato"/>
              <a:ea typeface="Lato"/>
              <a:cs typeface="Lato"/>
              <a:sym typeface="Lato"/>
            </a:endParaRPr>
          </a:p>
        </p:txBody>
      </p:sp>
      <p:sp>
        <p:nvSpPr>
          <p:cNvPr id="186" name="Google Shape;186;p9"/>
          <p:cNvSpPr txBox="1"/>
          <p:nvPr/>
        </p:nvSpPr>
        <p:spPr>
          <a:xfrm>
            <a:off x="2477677" y="4141845"/>
            <a:ext cx="1899600" cy="2538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Lato"/>
                <a:ea typeface="Lato"/>
                <a:cs typeface="Lato"/>
                <a:sym typeface="Lato"/>
              </a:rPr>
              <a:t>Longer term evolution</a:t>
            </a:r>
            <a:endParaRPr sz="1100" b="0" i="0" u="none" strike="noStrike" cap="none">
              <a:solidFill>
                <a:schemeClr val="dk1"/>
              </a:solidFill>
              <a:latin typeface="Lato"/>
              <a:ea typeface="Lato"/>
              <a:cs typeface="Lato"/>
              <a:sym typeface="Lato"/>
            </a:endParaRPr>
          </a:p>
        </p:txBody>
      </p:sp>
      <p:sp>
        <p:nvSpPr>
          <p:cNvPr id="187" name="Google Shape;187;p9"/>
          <p:cNvSpPr/>
          <p:nvPr/>
        </p:nvSpPr>
        <p:spPr>
          <a:xfrm>
            <a:off x="395793" y="4483497"/>
            <a:ext cx="1541700" cy="160500"/>
          </a:xfrm>
          <a:prstGeom prst="rightArrow">
            <a:avLst>
              <a:gd name="adj1" fmla="val 50000"/>
              <a:gd name="adj2" fmla="val 50000"/>
            </a:avLst>
          </a:prstGeom>
          <a:solidFill>
            <a:schemeClr val="dk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C951"/>
              </a:solidFill>
              <a:latin typeface="Corbel"/>
              <a:ea typeface="Corbel"/>
              <a:cs typeface="Corbel"/>
              <a:sym typeface="Corbel"/>
            </a:endParaRPr>
          </a:p>
        </p:txBody>
      </p:sp>
      <p:sp>
        <p:nvSpPr>
          <p:cNvPr id="188" name="Google Shape;188;p9"/>
          <p:cNvSpPr/>
          <p:nvPr/>
        </p:nvSpPr>
        <p:spPr>
          <a:xfrm>
            <a:off x="2656585" y="4481885"/>
            <a:ext cx="1541700" cy="160500"/>
          </a:xfrm>
          <a:prstGeom prst="rightArrow">
            <a:avLst>
              <a:gd name="adj1" fmla="val 50000"/>
              <a:gd name="adj2" fmla="val 50000"/>
            </a:avLst>
          </a:prstGeom>
          <a:solidFill>
            <a:schemeClr val="dk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orbel"/>
              <a:ea typeface="Corbel"/>
              <a:cs typeface="Corbel"/>
              <a:sym typeface="Corbel"/>
            </a:endParaRPr>
          </a:p>
        </p:txBody>
      </p:sp>
      <p:sp>
        <p:nvSpPr>
          <p:cNvPr id="189" name="Google Shape;189;p9"/>
          <p:cNvSpPr/>
          <p:nvPr/>
        </p:nvSpPr>
        <p:spPr>
          <a:xfrm>
            <a:off x="4968567" y="4479999"/>
            <a:ext cx="1541700" cy="160500"/>
          </a:xfrm>
          <a:prstGeom prst="rightArrow">
            <a:avLst>
              <a:gd name="adj1" fmla="val 50000"/>
              <a:gd name="adj2" fmla="val 50000"/>
            </a:avLst>
          </a:prstGeom>
          <a:solidFill>
            <a:schemeClr val="dk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orbel"/>
              <a:ea typeface="Corbel"/>
              <a:cs typeface="Corbel"/>
              <a:sym typeface="Corbel"/>
            </a:endParaRPr>
          </a:p>
        </p:txBody>
      </p:sp>
      <p:sp>
        <p:nvSpPr>
          <p:cNvPr id="190" name="Google Shape;190;p9"/>
          <p:cNvSpPr/>
          <p:nvPr/>
        </p:nvSpPr>
        <p:spPr>
          <a:xfrm>
            <a:off x="7181002" y="4479999"/>
            <a:ext cx="1541700" cy="160500"/>
          </a:xfrm>
          <a:prstGeom prst="rightArrow">
            <a:avLst>
              <a:gd name="adj1" fmla="val 50000"/>
              <a:gd name="adj2" fmla="val 50000"/>
            </a:avLst>
          </a:prstGeom>
          <a:solidFill>
            <a:schemeClr val="dk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orbel"/>
              <a:ea typeface="Corbel"/>
              <a:cs typeface="Corbel"/>
              <a:sym typeface="Corbel"/>
            </a:endParaRPr>
          </a:p>
        </p:txBody>
      </p:sp>
      <p:grpSp>
        <p:nvGrpSpPr>
          <p:cNvPr id="191" name="Google Shape;191;p9"/>
          <p:cNvGrpSpPr/>
          <p:nvPr/>
        </p:nvGrpSpPr>
        <p:grpSpPr>
          <a:xfrm>
            <a:off x="6950003" y="2029123"/>
            <a:ext cx="2028485" cy="1604658"/>
            <a:chOff x="9496305" y="2680098"/>
            <a:chExt cx="2704647" cy="2139544"/>
          </a:xfrm>
        </p:grpSpPr>
        <p:pic>
          <p:nvPicPr>
            <p:cNvPr id="192" name="Google Shape;192;p9" descr="A picture containing text, athletic game, ball&#10;&#10;Description automatically generated"/>
            <p:cNvPicPr preferRelativeResize="0"/>
            <p:nvPr/>
          </p:nvPicPr>
          <p:blipFill rotWithShape="1">
            <a:blip r:embed="rId5">
              <a:alphaModFix/>
            </a:blip>
            <a:srcRect t="4469" r="5023" b="5609"/>
            <a:stretch/>
          </p:blipFill>
          <p:spPr>
            <a:xfrm>
              <a:off x="9496305" y="2680098"/>
              <a:ext cx="2129325" cy="2118259"/>
            </a:xfrm>
            <a:prstGeom prst="rect">
              <a:avLst/>
            </a:prstGeom>
            <a:noFill/>
            <a:ln>
              <a:noFill/>
            </a:ln>
          </p:spPr>
        </p:pic>
        <p:sp>
          <p:nvSpPr>
            <p:cNvPr id="193" name="Google Shape;193;p9"/>
            <p:cNvSpPr txBox="1"/>
            <p:nvPr/>
          </p:nvSpPr>
          <p:spPr>
            <a:xfrm>
              <a:off x="10078090" y="4563142"/>
              <a:ext cx="732600" cy="2565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800" b="0" i="0" u="none" strike="noStrike" cap="none">
                  <a:solidFill>
                    <a:schemeClr val="dk1"/>
                  </a:solidFill>
                  <a:latin typeface="Poppins"/>
                  <a:ea typeface="Poppins"/>
                  <a:cs typeface="Poppins"/>
                  <a:sym typeface="Poppins"/>
                </a:rPr>
                <a:t>1990</a:t>
              </a:r>
              <a:endParaRPr sz="800" b="0" i="0" u="none" strike="noStrike" cap="none">
                <a:solidFill>
                  <a:schemeClr val="dk1"/>
                </a:solidFill>
                <a:latin typeface="Arial"/>
                <a:ea typeface="Arial"/>
                <a:cs typeface="Arial"/>
                <a:sym typeface="Arial"/>
              </a:endParaRPr>
            </a:p>
          </p:txBody>
        </p:sp>
        <p:sp>
          <p:nvSpPr>
            <p:cNvPr id="194" name="Google Shape;194;p9"/>
            <p:cNvSpPr txBox="1"/>
            <p:nvPr/>
          </p:nvSpPr>
          <p:spPr>
            <a:xfrm>
              <a:off x="11468352" y="4255232"/>
              <a:ext cx="732600" cy="2565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800" b="0" i="0" u="none" strike="noStrike" cap="none">
                  <a:solidFill>
                    <a:schemeClr val="dk1"/>
                  </a:solidFill>
                  <a:latin typeface="Poppins"/>
                  <a:ea typeface="Poppins"/>
                  <a:cs typeface="Poppins"/>
                  <a:sym typeface="Poppins"/>
                </a:rPr>
                <a:t>1993</a:t>
              </a:r>
              <a:endParaRPr sz="800" b="0" i="0" u="none" strike="noStrike" cap="none">
                <a:solidFill>
                  <a:schemeClr val="dk1"/>
                </a:solidFill>
                <a:latin typeface="Arial"/>
                <a:ea typeface="Arial"/>
                <a:cs typeface="Arial"/>
                <a:sym typeface="Arial"/>
              </a:endParaRPr>
            </a:p>
          </p:txBody>
        </p:sp>
        <p:sp>
          <p:nvSpPr>
            <p:cNvPr id="195" name="Google Shape;195;p9"/>
            <p:cNvSpPr txBox="1"/>
            <p:nvPr/>
          </p:nvSpPr>
          <p:spPr>
            <a:xfrm>
              <a:off x="10861863" y="3732718"/>
              <a:ext cx="732600" cy="2565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800" b="0" i="0" u="none" strike="noStrike" cap="none">
                  <a:solidFill>
                    <a:schemeClr val="dk1"/>
                  </a:solidFill>
                  <a:latin typeface="Poppins"/>
                  <a:ea typeface="Poppins"/>
                  <a:cs typeface="Poppins"/>
                  <a:sym typeface="Poppins"/>
                </a:rPr>
                <a:t>1995</a:t>
              </a:r>
              <a:endParaRPr sz="800" b="0" i="0" u="none" strike="noStrike" cap="none">
                <a:solidFill>
                  <a:schemeClr val="dk1"/>
                </a:solidFill>
                <a:latin typeface="Arial"/>
                <a:ea typeface="Arial"/>
                <a:cs typeface="Arial"/>
                <a:sym typeface="Arial"/>
              </a:endParaRPr>
            </a:p>
          </p:txBody>
        </p:sp>
        <p:sp>
          <p:nvSpPr>
            <p:cNvPr id="196" name="Google Shape;196;p9"/>
            <p:cNvSpPr txBox="1"/>
            <p:nvPr/>
          </p:nvSpPr>
          <p:spPr>
            <a:xfrm>
              <a:off x="11253749" y="3518114"/>
              <a:ext cx="732600" cy="2565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800" b="0" i="0" u="none" strike="noStrike" cap="none">
                  <a:solidFill>
                    <a:schemeClr val="dk1"/>
                  </a:solidFill>
                  <a:latin typeface="Poppins"/>
                  <a:ea typeface="Poppins"/>
                  <a:cs typeface="Poppins"/>
                  <a:sym typeface="Poppins"/>
                </a:rPr>
                <a:t>2005</a:t>
              </a:r>
              <a:endParaRPr sz="800" b="0" i="0" u="none" strike="noStrike" cap="none">
                <a:solidFill>
                  <a:schemeClr val="dk1"/>
                </a:solidFill>
                <a:latin typeface="Arial"/>
                <a:ea typeface="Arial"/>
                <a:cs typeface="Arial"/>
                <a:sym typeface="Arial"/>
              </a:endParaRPr>
            </a:p>
          </p:txBody>
        </p:sp>
        <p:sp>
          <p:nvSpPr>
            <p:cNvPr id="197" name="Google Shape;197;p9"/>
            <p:cNvSpPr txBox="1"/>
            <p:nvPr/>
          </p:nvSpPr>
          <p:spPr>
            <a:xfrm>
              <a:off x="11468352" y="3107567"/>
              <a:ext cx="732600" cy="2565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800" b="0" i="0" u="none" strike="noStrike" cap="none">
                  <a:solidFill>
                    <a:schemeClr val="dk1"/>
                  </a:solidFill>
                  <a:latin typeface="Poppins"/>
                  <a:ea typeface="Poppins"/>
                  <a:cs typeface="Poppins"/>
                  <a:sym typeface="Poppins"/>
                </a:rPr>
                <a:t>2005</a:t>
              </a:r>
              <a:endParaRPr sz="800" b="0" i="0" u="none" strike="noStrike" cap="none">
                <a:solidFill>
                  <a:schemeClr val="dk1"/>
                </a:solidFill>
                <a:latin typeface="Arial"/>
                <a:ea typeface="Arial"/>
                <a:cs typeface="Arial"/>
                <a:sym typeface="Arial"/>
              </a:endParaRPr>
            </a:p>
          </p:txBody>
        </p:sp>
        <p:sp>
          <p:nvSpPr>
            <p:cNvPr id="198" name="Google Shape;198;p9"/>
            <p:cNvSpPr txBox="1"/>
            <p:nvPr/>
          </p:nvSpPr>
          <p:spPr>
            <a:xfrm>
              <a:off x="11468352" y="2687690"/>
              <a:ext cx="732600" cy="2565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800" b="0" i="0" u="none" strike="noStrike" cap="none">
                  <a:solidFill>
                    <a:schemeClr val="dk1"/>
                  </a:solidFill>
                  <a:latin typeface="Poppins"/>
                  <a:ea typeface="Poppins"/>
                  <a:cs typeface="Poppins"/>
                  <a:sym typeface="Poppins"/>
                </a:rPr>
                <a:t>2005</a:t>
              </a:r>
              <a:endParaRPr sz="800" b="0" i="0" u="none" strike="noStrike" cap="none">
                <a:solidFill>
                  <a:schemeClr val="dk1"/>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0"/>
          <p:cNvSpPr txBox="1">
            <a:spLocks noGrp="1"/>
          </p:cNvSpPr>
          <p:nvPr>
            <p:ph type="title"/>
          </p:nvPr>
        </p:nvSpPr>
        <p:spPr>
          <a:xfrm>
            <a:off x="0" y="-17225"/>
            <a:ext cx="9020100" cy="69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400">
                <a:latin typeface="Lato Light"/>
                <a:ea typeface="Lato Light"/>
                <a:cs typeface="Lato Light"/>
                <a:sym typeface="Lato Light"/>
              </a:rPr>
              <a:t>Outbreaks involve transmission between multiple individuals.</a:t>
            </a:r>
            <a:endParaRPr sz="2400">
              <a:latin typeface="Lato Light"/>
              <a:ea typeface="Lato Light"/>
              <a:cs typeface="Lato Light"/>
              <a:sym typeface="Lato Light"/>
            </a:endParaRPr>
          </a:p>
          <a:p>
            <a:pPr marL="0" lvl="0" indent="0" algn="l" rtl="0">
              <a:lnSpc>
                <a:spcPct val="100000"/>
              </a:lnSpc>
              <a:spcBef>
                <a:spcPts val="0"/>
              </a:spcBef>
              <a:spcAft>
                <a:spcPts val="0"/>
              </a:spcAft>
              <a:buSzPts val="990"/>
              <a:buNone/>
            </a:pPr>
            <a:endParaRPr sz="2450">
              <a:latin typeface="Lato Light"/>
              <a:ea typeface="Lato Light"/>
              <a:cs typeface="Lato Light"/>
              <a:sym typeface="Lato Light"/>
            </a:endParaRPr>
          </a:p>
          <a:p>
            <a:pPr marL="0" lvl="0" indent="0" algn="l" rtl="0">
              <a:lnSpc>
                <a:spcPct val="100000"/>
              </a:lnSpc>
              <a:spcBef>
                <a:spcPts val="0"/>
              </a:spcBef>
              <a:spcAft>
                <a:spcPts val="0"/>
              </a:spcAft>
              <a:buSzPts val="990"/>
              <a:buNone/>
            </a:pPr>
            <a:endParaRPr sz="2450">
              <a:latin typeface="Lato Light"/>
              <a:ea typeface="Lato Light"/>
              <a:cs typeface="Lato Light"/>
              <a:sym typeface="Lato Light"/>
            </a:endParaRPr>
          </a:p>
        </p:txBody>
      </p:sp>
      <p:sp>
        <p:nvSpPr>
          <p:cNvPr id="204" name="Google Shape;204;p10"/>
          <p:cNvSpPr/>
          <p:nvPr/>
        </p:nvSpPr>
        <p:spPr>
          <a:xfrm>
            <a:off x="425138" y="389725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10"/>
          <p:cNvSpPr/>
          <p:nvPr/>
        </p:nvSpPr>
        <p:spPr>
          <a:xfrm>
            <a:off x="1914638" y="111020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10"/>
          <p:cNvSpPr/>
          <p:nvPr/>
        </p:nvSpPr>
        <p:spPr>
          <a:xfrm>
            <a:off x="4411963" y="278700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10"/>
          <p:cNvSpPr/>
          <p:nvPr/>
        </p:nvSpPr>
        <p:spPr>
          <a:xfrm>
            <a:off x="1223313" y="278700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08" name="Google Shape;208;p10"/>
          <p:cNvCxnSpPr/>
          <p:nvPr/>
        </p:nvCxnSpPr>
        <p:spPr>
          <a:xfrm>
            <a:off x="821738" y="4095550"/>
            <a:ext cx="1291500" cy="0"/>
          </a:xfrm>
          <a:prstGeom prst="straightConnector1">
            <a:avLst/>
          </a:prstGeom>
          <a:noFill/>
          <a:ln w="28575" cap="flat" cmpd="sng">
            <a:solidFill>
              <a:srgbClr val="434343"/>
            </a:solidFill>
            <a:prstDash val="solid"/>
            <a:round/>
            <a:headEnd type="none" w="sm" len="sm"/>
            <a:tailEnd type="none" w="sm" len="sm"/>
          </a:ln>
        </p:spPr>
      </p:cxnSp>
      <p:cxnSp>
        <p:nvCxnSpPr>
          <p:cNvPr id="209" name="Google Shape;209;p10"/>
          <p:cNvCxnSpPr/>
          <p:nvPr/>
        </p:nvCxnSpPr>
        <p:spPr>
          <a:xfrm>
            <a:off x="2113238" y="3993250"/>
            <a:ext cx="0" cy="204600"/>
          </a:xfrm>
          <a:prstGeom prst="straightConnector1">
            <a:avLst/>
          </a:prstGeom>
          <a:noFill/>
          <a:ln w="28575" cap="flat" cmpd="sng">
            <a:solidFill>
              <a:srgbClr val="434343"/>
            </a:solidFill>
            <a:prstDash val="solid"/>
            <a:round/>
            <a:headEnd type="none" w="sm" len="sm"/>
            <a:tailEnd type="none" w="sm" len="sm"/>
          </a:ln>
        </p:spPr>
      </p:cxnSp>
      <p:cxnSp>
        <p:nvCxnSpPr>
          <p:cNvPr id="210" name="Google Shape;210;p10"/>
          <p:cNvCxnSpPr/>
          <p:nvPr/>
        </p:nvCxnSpPr>
        <p:spPr>
          <a:xfrm>
            <a:off x="1619913" y="2985300"/>
            <a:ext cx="2099100" cy="0"/>
          </a:xfrm>
          <a:prstGeom prst="straightConnector1">
            <a:avLst/>
          </a:prstGeom>
          <a:noFill/>
          <a:ln w="28575" cap="flat" cmpd="sng">
            <a:solidFill>
              <a:srgbClr val="434343"/>
            </a:solidFill>
            <a:prstDash val="solid"/>
            <a:round/>
            <a:headEnd type="none" w="sm" len="sm"/>
            <a:tailEnd type="none" w="sm" len="sm"/>
          </a:ln>
        </p:spPr>
      </p:cxnSp>
      <p:cxnSp>
        <p:nvCxnSpPr>
          <p:cNvPr id="211" name="Google Shape;211;p10"/>
          <p:cNvCxnSpPr/>
          <p:nvPr/>
        </p:nvCxnSpPr>
        <p:spPr>
          <a:xfrm>
            <a:off x="3718988" y="2883000"/>
            <a:ext cx="0" cy="204600"/>
          </a:xfrm>
          <a:prstGeom prst="straightConnector1">
            <a:avLst/>
          </a:prstGeom>
          <a:noFill/>
          <a:ln w="28575" cap="flat" cmpd="sng">
            <a:solidFill>
              <a:srgbClr val="434343"/>
            </a:solidFill>
            <a:prstDash val="solid"/>
            <a:round/>
            <a:headEnd type="none" w="sm" len="sm"/>
            <a:tailEnd type="none" w="sm" len="sm"/>
          </a:ln>
        </p:spPr>
      </p:cxnSp>
      <p:cxnSp>
        <p:nvCxnSpPr>
          <p:cNvPr id="212" name="Google Shape;212;p10"/>
          <p:cNvCxnSpPr/>
          <p:nvPr/>
        </p:nvCxnSpPr>
        <p:spPr>
          <a:xfrm>
            <a:off x="3285313" y="1823500"/>
            <a:ext cx="1756200" cy="0"/>
          </a:xfrm>
          <a:prstGeom prst="straightConnector1">
            <a:avLst/>
          </a:prstGeom>
          <a:noFill/>
          <a:ln w="28575" cap="flat" cmpd="sng">
            <a:solidFill>
              <a:srgbClr val="434343"/>
            </a:solidFill>
            <a:prstDash val="solid"/>
            <a:round/>
            <a:headEnd type="none" w="sm" len="sm"/>
            <a:tailEnd type="none" w="sm" len="sm"/>
          </a:ln>
        </p:spPr>
      </p:cxnSp>
      <p:cxnSp>
        <p:nvCxnSpPr>
          <p:cNvPr id="213" name="Google Shape;213;p10"/>
          <p:cNvCxnSpPr/>
          <p:nvPr/>
        </p:nvCxnSpPr>
        <p:spPr>
          <a:xfrm>
            <a:off x="5041320" y="1721200"/>
            <a:ext cx="0" cy="204600"/>
          </a:xfrm>
          <a:prstGeom prst="straightConnector1">
            <a:avLst/>
          </a:prstGeom>
          <a:noFill/>
          <a:ln w="28575" cap="flat" cmpd="sng">
            <a:solidFill>
              <a:srgbClr val="434343"/>
            </a:solidFill>
            <a:prstDash val="solid"/>
            <a:round/>
            <a:headEnd type="none" w="sm" len="sm"/>
            <a:tailEnd type="none" w="sm" len="sm"/>
          </a:ln>
        </p:spPr>
      </p:cxnSp>
      <p:cxnSp>
        <p:nvCxnSpPr>
          <p:cNvPr id="214" name="Google Shape;214;p10"/>
          <p:cNvCxnSpPr/>
          <p:nvPr/>
        </p:nvCxnSpPr>
        <p:spPr>
          <a:xfrm>
            <a:off x="1421622" y="3183600"/>
            <a:ext cx="0" cy="917700"/>
          </a:xfrm>
          <a:prstGeom prst="straightConnector1">
            <a:avLst/>
          </a:prstGeom>
          <a:noFill/>
          <a:ln w="28575" cap="flat" cmpd="sng">
            <a:solidFill>
              <a:srgbClr val="434343"/>
            </a:solidFill>
            <a:prstDash val="solid"/>
            <a:round/>
            <a:headEnd type="none" w="sm" len="sm"/>
            <a:tailEnd type="none" w="sm" len="sm"/>
          </a:ln>
        </p:spPr>
      </p:cxnSp>
      <p:sp>
        <p:nvSpPr>
          <p:cNvPr id="215" name="Google Shape;215;p10"/>
          <p:cNvSpPr/>
          <p:nvPr/>
        </p:nvSpPr>
        <p:spPr>
          <a:xfrm>
            <a:off x="2888713" y="162520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16" name="Google Shape;216;p10"/>
          <p:cNvCxnSpPr/>
          <p:nvPr/>
        </p:nvCxnSpPr>
        <p:spPr>
          <a:xfrm flipH="1">
            <a:off x="2112638" y="1506800"/>
            <a:ext cx="600" cy="1467900"/>
          </a:xfrm>
          <a:prstGeom prst="straightConnector1">
            <a:avLst/>
          </a:prstGeom>
          <a:noFill/>
          <a:ln w="28575" cap="flat" cmpd="sng">
            <a:solidFill>
              <a:srgbClr val="434343"/>
            </a:solidFill>
            <a:prstDash val="solid"/>
            <a:round/>
            <a:headEnd type="none" w="sm" len="sm"/>
            <a:tailEnd type="none" w="sm" len="sm"/>
          </a:ln>
        </p:spPr>
      </p:cxnSp>
      <p:cxnSp>
        <p:nvCxnSpPr>
          <p:cNvPr id="217" name="Google Shape;217;p10"/>
          <p:cNvCxnSpPr/>
          <p:nvPr/>
        </p:nvCxnSpPr>
        <p:spPr>
          <a:xfrm>
            <a:off x="3087013" y="2027688"/>
            <a:ext cx="0" cy="957600"/>
          </a:xfrm>
          <a:prstGeom prst="straightConnector1">
            <a:avLst/>
          </a:prstGeom>
          <a:noFill/>
          <a:ln w="28575" cap="flat" cmpd="sng">
            <a:solidFill>
              <a:srgbClr val="434343"/>
            </a:solidFill>
            <a:prstDash val="solid"/>
            <a:round/>
            <a:headEnd type="none" w="sm" len="sm"/>
            <a:tailEnd type="none" w="sm" len="sm"/>
          </a:ln>
        </p:spPr>
      </p:cxnSp>
      <p:cxnSp>
        <p:nvCxnSpPr>
          <p:cNvPr id="218" name="Google Shape;218;p10"/>
          <p:cNvCxnSpPr/>
          <p:nvPr/>
        </p:nvCxnSpPr>
        <p:spPr>
          <a:xfrm>
            <a:off x="2311238" y="1308500"/>
            <a:ext cx="1807200" cy="0"/>
          </a:xfrm>
          <a:prstGeom prst="straightConnector1">
            <a:avLst/>
          </a:prstGeom>
          <a:noFill/>
          <a:ln w="28575" cap="flat" cmpd="sng">
            <a:solidFill>
              <a:srgbClr val="434343"/>
            </a:solidFill>
            <a:prstDash val="solid"/>
            <a:round/>
            <a:headEnd type="none" w="sm" len="sm"/>
            <a:tailEnd type="none" w="sm" len="sm"/>
          </a:ln>
        </p:spPr>
      </p:cxnSp>
      <p:cxnSp>
        <p:nvCxnSpPr>
          <p:cNvPr id="219" name="Google Shape;219;p10"/>
          <p:cNvCxnSpPr/>
          <p:nvPr/>
        </p:nvCxnSpPr>
        <p:spPr>
          <a:xfrm>
            <a:off x="4118315" y="1206200"/>
            <a:ext cx="0" cy="204600"/>
          </a:xfrm>
          <a:prstGeom prst="straightConnector1">
            <a:avLst/>
          </a:prstGeom>
          <a:noFill/>
          <a:ln w="28575" cap="flat" cmpd="sng">
            <a:solidFill>
              <a:srgbClr val="434343"/>
            </a:solidFill>
            <a:prstDash val="solid"/>
            <a:round/>
            <a:headEnd type="none" w="sm" len="sm"/>
            <a:tailEnd type="none" w="sm" len="sm"/>
          </a:ln>
        </p:spPr>
      </p:cxnSp>
      <p:cxnSp>
        <p:nvCxnSpPr>
          <p:cNvPr id="220" name="Google Shape;220;p10"/>
          <p:cNvCxnSpPr/>
          <p:nvPr/>
        </p:nvCxnSpPr>
        <p:spPr>
          <a:xfrm>
            <a:off x="4610263" y="1823488"/>
            <a:ext cx="0" cy="957600"/>
          </a:xfrm>
          <a:prstGeom prst="straightConnector1">
            <a:avLst/>
          </a:prstGeom>
          <a:noFill/>
          <a:ln w="28575" cap="flat" cmpd="sng">
            <a:solidFill>
              <a:srgbClr val="434343"/>
            </a:solidFill>
            <a:prstDash val="solid"/>
            <a:round/>
            <a:headEnd type="none" w="sm" len="sm"/>
            <a:tailEnd type="none" w="sm" len="sm"/>
          </a:ln>
        </p:spPr>
      </p:cxnSp>
      <p:cxnSp>
        <p:nvCxnSpPr>
          <p:cNvPr id="221" name="Google Shape;221;p10"/>
          <p:cNvCxnSpPr/>
          <p:nvPr/>
        </p:nvCxnSpPr>
        <p:spPr>
          <a:xfrm>
            <a:off x="4808563" y="2985300"/>
            <a:ext cx="1756200" cy="0"/>
          </a:xfrm>
          <a:prstGeom prst="straightConnector1">
            <a:avLst/>
          </a:prstGeom>
          <a:noFill/>
          <a:ln w="28575" cap="flat" cmpd="sng">
            <a:solidFill>
              <a:srgbClr val="434343"/>
            </a:solidFill>
            <a:prstDash val="solid"/>
            <a:round/>
            <a:headEnd type="none" w="sm" len="sm"/>
            <a:tailEnd type="none" w="sm" len="sm"/>
          </a:ln>
        </p:spPr>
      </p:cxnSp>
      <p:cxnSp>
        <p:nvCxnSpPr>
          <p:cNvPr id="222" name="Google Shape;222;p10"/>
          <p:cNvCxnSpPr/>
          <p:nvPr/>
        </p:nvCxnSpPr>
        <p:spPr>
          <a:xfrm>
            <a:off x="6564763" y="2883000"/>
            <a:ext cx="0" cy="204600"/>
          </a:xfrm>
          <a:prstGeom prst="straightConnector1">
            <a:avLst/>
          </a:prstGeom>
          <a:noFill/>
          <a:ln w="28575" cap="flat" cmpd="sng">
            <a:solidFill>
              <a:srgbClr val="434343"/>
            </a:solidFill>
            <a:prstDash val="solid"/>
            <a:round/>
            <a:headEnd type="none" w="sm" len="sm"/>
            <a:tailEnd type="none" w="sm" len="sm"/>
          </a:ln>
        </p:spPr>
      </p:cxnSp>
      <p:sp>
        <p:nvSpPr>
          <p:cNvPr id="223" name="Google Shape;223;p10"/>
          <p:cNvSpPr/>
          <p:nvPr/>
        </p:nvSpPr>
        <p:spPr>
          <a:xfrm>
            <a:off x="5041513" y="392590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24" name="Google Shape;224;p10"/>
          <p:cNvCxnSpPr/>
          <p:nvPr/>
        </p:nvCxnSpPr>
        <p:spPr>
          <a:xfrm>
            <a:off x="5239813" y="2990925"/>
            <a:ext cx="0" cy="929100"/>
          </a:xfrm>
          <a:prstGeom prst="straightConnector1">
            <a:avLst/>
          </a:prstGeom>
          <a:noFill/>
          <a:ln w="28575" cap="flat" cmpd="sng">
            <a:solidFill>
              <a:srgbClr val="434343"/>
            </a:solidFill>
            <a:prstDash val="solid"/>
            <a:round/>
            <a:headEnd type="none" w="sm" len="sm"/>
            <a:tailEnd type="none" w="sm" len="sm"/>
          </a:ln>
        </p:spPr>
      </p:cxnSp>
      <p:cxnSp>
        <p:nvCxnSpPr>
          <p:cNvPr id="225" name="Google Shape;225;p10"/>
          <p:cNvCxnSpPr/>
          <p:nvPr/>
        </p:nvCxnSpPr>
        <p:spPr>
          <a:xfrm>
            <a:off x="5438113" y="4124200"/>
            <a:ext cx="1240800" cy="0"/>
          </a:xfrm>
          <a:prstGeom prst="straightConnector1">
            <a:avLst/>
          </a:prstGeom>
          <a:noFill/>
          <a:ln w="28575" cap="flat" cmpd="sng">
            <a:solidFill>
              <a:srgbClr val="434343"/>
            </a:solidFill>
            <a:prstDash val="solid"/>
            <a:round/>
            <a:headEnd type="none" w="sm" len="sm"/>
            <a:tailEnd type="none" w="sm" len="sm"/>
          </a:ln>
        </p:spPr>
      </p:cxnSp>
      <p:cxnSp>
        <p:nvCxnSpPr>
          <p:cNvPr id="226" name="Google Shape;226;p10"/>
          <p:cNvCxnSpPr/>
          <p:nvPr/>
        </p:nvCxnSpPr>
        <p:spPr>
          <a:xfrm>
            <a:off x="6678938" y="4021900"/>
            <a:ext cx="0" cy="204600"/>
          </a:xfrm>
          <a:prstGeom prst="straightConnector1">
            <a:avLst/>
          </a:prstGeom>
          <a:noFill/>
          <a:ln w="28575" cap="flat" cmpd="sng">
            <a:solidFill>
              <a:srgbClr val="434343"/>
            </a:solidFill>
            <a:prstDash val="solid"/>
            <a:round/>
            <a:headEnd type="none" w="sm" len="sm"/>
            <a:tailEnd type="none" w="sm" len="sm"/>
          </a:ln>
        </p:spPr>
      </p:cxnSp>
      <p:sp>
        <p:nvSpPr>
          <p:cNvPr id="227" name="Google Shape;227;p10"/>
          <p:cNvSpPr/>
          <p:nvPr/>
        </p:nvSpPr>
        <p:spPr>
          <a:xfrm>
            <a:off x="2669325" y="389725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28" name="Google Shape;228;p10"/>
          <p:cNvCxnSpPr/>
          <p:nvPr/>
        </p:nvCxnSpPr>
        <p:spPr>
          <a:xfrm>
            <a:off x="2867638" y="2999300"/>
            <a:ext cx="0" cy="883800"/>
          </a:xfrm>
          <a:prstGeom prst="straightConnector1">
            <a:avLst/>
          </a:prstGeom>
          <a:noFill/>
          <a:ln w="28575" cap="flat" cmpd="sng">
            <a:solidFill>
              <a:srgbClr val="434343"/>
            </a:solidFill>
            <a:prstDash val="solid"/>
            <a:round/>
            <a:headEnd type="none" w="sm" len="sm"/>
            <a:tailEnd type="none" w="sm" len="sm"/>
          </a:ln>
        </p:spPr>
      </p:cxnSp>
      <p:cxnSp>
        <p:nvCxnSpPr>
          <p:cNvPr id="229" name="Google Shape;229;p10"/>
          <p:cNvCxnSpPr/>
          <p:nvPr/>
        </p:nvCxnSpPr>
        <p:spPr>
          <a:xfrm rot="10800000" flipH="1">
            <a:off x="3072825" y="4146500"/>
            <a:ext cx="524400" cy="600"/>
          </a:xfrm>
          <a:prstGeom prst="straightConnector1">
            <a:avLst/>
          </a:prstGeom>
          <a:noFill/>
          <a:ln w="28575" cap="flat" cmpd="sng">
            <a:solidFill>
              <a:srgbClr val="434343"/>
            </a:solidFill>
            <a:prstDash val="solid"/>
            <a:round/>
            <a:headEnd type="none" w="sm" len="sm"/>
            <a:tailEnd type="none" w="sm" len="sm"/>
          </a:ln>
        </p:spPr>
      </p:cxnSp>
      <p:cxnSp>
        <p:nvCxnSpPr>
          <p:cNvPr id="230" name="Google Shape;230;p10"/>
          <p:cNvCxnSpPr/>
          <p:nvPr/>
        </p:nvCxnSpPr>
        <p:spPr>
          <a:xfrm>
            <a:off x="3597225" y="4044500"/>
            <a:ext cx="0" cy="204600"/>
          </a:xfrm>
          <a:prstGeom prst="straightConnector1">
            <a:avLst/>
          </a:prstGeom>
          <a:noFill/>
          <a:ln w="28575" cap="flat" cmpd="sng">
            <a:solidFill>
              <a:srgbClr val="434343"/>
            </a:solidFill>
            <a:prstDash val="solid"/>
            <a:round/>
            <a:headEnd type="none" w="sm" len="sm"/>
            <a:tailEnd type="none" w="sm" len="sm"/>
          </a:ln>
        </p:spPr>
      </p:cxnSp>
      <p:cxnSp>
        <p:nvCxnSpPr>
          <p:cNvPr id="231" name="Google Shape;231;p10"/>
          <p:cNvCxnSpPr/>
          <p:nvPr/>
        </p:nvCxnSpPr>
        <p:spPr>
          <a:xfrm>
            <a:off x="6168063" y="1820550"/>
            <a:ext cx="1756200" cy="0"/>
          </a:xfrm>
          <a:prstGeom prst="straightConnector1">
            <a:avLst/>
          </a:prstGeom>
          <a:noFill/>
          <a:ln w="28575" cap="flat" cmpd="sng">
            <a:solidFill>
              <a:srgbClr val="434343"/>
            </a:solidFill>
            <a:prstDash val="solid"/>
            <a:round/>
            <a:headEnd type="none" w="sm" len="sm"/>
            <a:tailEnd type="none" w="sm" len="sm"/>
          </a:ln>
        </p:spPr>
      </p:cxnSp>
      <p:sp>
        <p:nvSpPr>
          <p:cNvPr id="232" name="Google Shape;232;p10"/>
          <p:cNvSpPr/>
          <p:nvPr/>
        </p:nvSpPr>
        <p:spPr>
          <a:xfrm>
            <a:off x="5771463" y="162225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33" name="Google Shape;233;p10"/>
          <p:cNvCxnSpPr/>
          <p:nvPr/>
        </p:nvCxnSpPr>
        <p:spPr>
          <a:xfrm>
            <a:off x="5969763" y="2024738"/>
            <a:ext cx="0" cy="957600"/>
          </a:xfrm>
          <a:prstGeom prst="straightConnector1">
            <a:avLst/>
          </a:prstGeom>
          <a:noFill/>
          <a:ln w="28575" cap="flat" cmpd="sng">
            <a:solidFill>
              <a:srgbClr val="434343"/>
            </a:solidFill>
            <a:prstDash val="solid"/>
            <a:round/>
            <a:headEnd type="none" w="sm" len="sm"/>
            <a:tailEnd type="none" w="sm" len="sm"/>
          </a:ln>
        </p:spPr>
      </p:cxnSp>
      <p:cxnSp>
        <p:nvCxnSpPr>
          <p:cNvPr id="234" name="Google Shape;234;p10"/>
          <p:cNvCxnSpPr/>
          <p:nvPr/>
        </p:nvCxnSpPr>
        <p:spPr>
          <a:xfrm>
            <a:off x="7924270" y="1718250"/>
            <a:ext cx="0" cy="204600"/>
          </a:xfrm>
          <a:prstGeom prst="straightConnector1">
            <a:avLst/>
          </a:prstGeom>
          <a:noFill/>
          <a:ln w="28575" cap="flat" cmpd="sng">
            <a:solidFill>
              <a:srgbClr val="434343"/>
            </a:solidFill>
            <a:prstDash val="solid"/>
            <a:round/>
            <a:headEnd type="none" w="sm" len="sm"/>
            <a:tailEnd type="none" w="sm" len="sm"/>
          </a:ln>
        </p:spPr>
      </p:cxnSp>
      <p:sp>
        <p:nvSpPr>
          <p:cNvPr id="235" name="Google Shape;235;p10"/>
          <p:cNvSpPr/>
          <p:nvPr/>
        </p:nvSpPr>
        <p:spPr>
          <a:xfrm>
            <a:off x="7329263" y="278405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36" name="Google Shape;236;p10"/>
          <p:cNvCxnSpPr/>
          <p:nvPr/>
        </p:nvCxnSpPr>
        <p:spPr>
          <a:xfrm>
            <a:off x="7527563" y="1820538"/>
            <a:ext cx="0" cy="957600"/>
          </a:xfrm>
          <a:prstGeom prst="straightConnector1">
            <a:avLst/>
          </a:prstGeom>
          <a:noFill/>
          <a:ln w="28575" cap="flat" cmpd="sng">
            <a:solidFill>
              <a:srgbClr val="434343"/>
            </a:solidFill>
            <a:prstDash val="solid"/>
            <a:round/>
            <a:headEnd type="none" w="sm" len="sm"/>
            <a:tailEnd type="none" w="sm" len="sm"/>
          </a:ln>
        </p:spPr>
      </p:cxnSp>
      <p:cxnSp>
        <p:nvCxnSpPr>
          <p:cNvPr id="237" name="Google Shape;237;p10"/>
          <p:cNvCxnSpPr/>
          <p:nvPr/>
        </p:nvCxnSpPr>
        <p:spPr>
          <a:xfrm>
            <a:off x="7725863" y="2982350"/>
            <a:ext cx="993000" cy="8700"/>
          </a:xfrm>
          <a:prstGeom prst="straightConnector1">
            <a:avLst/>
          </a:prstGeom>
          <a:noFill/>
          <a:ln w="28575" cap="flat" cmpd="sng">
            <a:solidFill>
              <a:srgbClr val="434343"/>
            </a:solidFill>
            <a:prstDash val="solid"/>
            <a:round/>
            <a:headEnd type="none" w="sm" len="sm"/>
            <a:tailEnd type="none" w="sm" len="sm"/>
          </a:ln>
        </p:spPr>
      </p:cxnSp>
      <p:cxnSp>
        <p:nvCxnSpPr>
          <p:cNvPr id="238" name="Google Shape;238;p10"/>
          <p:cNvCxnSpPr/>
          <p:nvPr/>
        </p:nvCxnSpPr>
        <p:spPr>
          <a:xfrm>
            <a:off x="8718870" y="2880050"/>
            <a:ext cx="0" cy="204600"/>
          </a:xfrm>
          <a:prstGeom prst="straightConnector1">
            <a:avLst/>
          </a:prstGeom>
          <a:noFill/>
          <a:ln w="28575" cap="flat" cmpd="sng">
            <a:solidFill>
              <a:srgbClr val="434343"/>
            </a:solidFill>
            <a:prstDash val="solid"/>
            <a:round/>
            <a:headEnd type="none" w="sm" len="sm"/>
            <a:tailEnd type="none" w="sm" len="sm"/>
          </a:ln>
        </p:spPr>
      </p:cxnSp>
      <p:sp>
        <p:nvSpPr>
          <p:cNvPr id="239" name="Google Shape;239;p10"/>
          <p:cNvSpPr/>
          <p:nvPr/>
        </p:nvSpPr>
        <p:spPr>
          <a:xfrm>
            <a:off x="6718413" y="3434925"/>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40" name="Google Shape;240;p10"/>
          <p:cNvCxnSpPr/>
          <p:nvPr/>
        </p:nvCxnSpPr>
        <p:spPr>
          <a:xfrm>
            <a:off x="6916713" y="1812675"/>
            <a:ext cx="0" cy="1616400"/>
          </a:xfrm>
          <a:prstGeom prst="straightConnector1">
            <a:avLst/>
          </a:prstGeom>
          <a:noFill/>
          <a:ln w="28575" cap="flat" cmpd="sng">
            <a:solidFill>
              <a:srgbClr val="434343"/>
            </a:solidFill>
            <a:prstDash val="solid"/>
            <a:round/>
            <a:headEnd type="none" w="sm" len="sm"/>
            <a:tailEnd type="none" w="sm" len="sm"/>
          </a:ln>
        </p:spPr>
      </p:cxnSp>
      <p:cxnSp>
        <p:nvCxnSpPr>
          <p:cNvPr id="241" name="Google Shape;241;p10"/>
          <p:cNvCxnSpPr/>
          <p:nvPr/>
        </p:nvCxnSpPr>
        <p:spPr>
          <a:xfrm>
            <a:off x="7115013" y="3633225"/>
            <a:ext cx="1399200" cy="0"/>
          </a:xfrm>
          <a:prstGeom prst="straightConnector1">
            <a:avLst/>
          </a:prstGeom>
          <a:noFill/>
          <a:ln w="28575" cap="flat" cmpd="sng">
            <a:solidFill>
              <a:srgbClr val="434343"/>
            </a:solidFill>
            <a:prstDash val="solid"/>
            <a:round/>
            <a:headEnd type="none" w="sm" len="sm"/>
            <a:tailEnd type="none" w="sm" len="sm"/>
          </a:ln>
        </p:spPr>
      </p:cxnSp>
      <p:cxnSp>
        <p:nvCxnSpPr>
          <p:cNvPr id="242" name="Google Shape;242;p10"/>
          <p:cNvCxnSpPr/>
          <p:nvPr/>
        </p:nvCxnSpPr>
        <p:spPr>
          <a:xfrm>
            <a:off x="8514220" y="3530925"/>
            <a:ext cx="0" cy="204600"/>
          </a:xfrm>
          <a:prstGeom prst="straightConnector1">
            <a:avLst/>
          </a:prstGeom>
          <a:noFill/>
          <a:ln w="28575" cap="flat" cmpd="sng">
            <a:solidFill>
              <a:srgbClr val="434343"/>
            </a:solidFill>
            <a:prstDash val="solid"/>
            <a:round/>
            <a:headEnd type="none" w="sm" len="sm"/>
            <a:tailEnd type="none"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1"/>
          <p:cNvSpPr txBox="1">
            <a:spLocks noGrp="1"/>
          </p:cNvSpPr>
          <p:nvPr>
            <p:ph type="title"/>
          </p:nvPr>
        </p:nvSpPr>
        <p:spPr>
          <a:xfrm>
            <a:off x="0" y="-17225"/>
            <a:ext cx="9020100" cy="69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300">
                <a:latin typeface="Lato Light"/>
                <a:ea typeface="Lato Light"/>
                <a:cs typeface="Lato Light"/>
                <a:sym typeface="Lato Light"/>
              </a:rPr>
              <a:t>First, let’s look at a </a:t>
            </a:r>
            <a:r>
              <a:rPr lang="en" sz="2300" b="1">
                <a:latin typeface="Lato"/>
                <a:ea typeface="Lato"/>
                <a:cs typeface="Lato"/>
                <a:sym typeface="Lato"/>
              </a:rPr>
              <a:t>single individual</a:t>
            </a:r>
            <a:r>
              <a:rPr lang="en" sz="2300">
                <a:latin typeface="Lato Light"/>
                <a:ea typeface="Lato Light"/>
                <a:cs typeface="Lato Light"/>
                <a:sym typeface="Lato Light"/>
              </a:rPr>
              <a:t> within this outbreak.</a:t>
            </a:r>
            <a:endParaRPr sz="2300">
              <a:latin typeface="Lato Light"/>
              <a:ea typeface="Lato Light"/>
              <a:cs typeface="Lato Light"/>
              <a:sym typeface="Lato Light"/>
            </a:endParaRPr>
          </a:p>
          <a:p>
            <a:pPr marL="0" lvl="0" indent="0" algn="l" rtl="0">
              <a:lnSpc>
                <a:spcPct val="100000"/>
              </a:lnSpc>
              <a:spcBef>
                <a:spcPts val="0"/>
              </a:spcBef>
              <a:spcAft>
                <a:spcPts val="0"/>
              </a:spcAft>
              <a:buSzPts val="990"/>
              <a:buNone/>
            </a:pPr>
            <a:endParaRPr sz="2350">
              <a:latin typeface="Lato Light"/>
              <a:ea typeface="Lato Light"/>
              <a:cs typeface="Lato Light"/>
              <a:sym typeface="Lato Light"/>
            </a:endParaRPr>
          </a:p>
          <a:p>
            <a:pPr marL="0" lvl="0" indent="0" algn="l" rtl="0">
              <a:lnSpc>
                <a:spcPct val="100000"/>
              </a:lnSpc>
              <a:spcBef>
                <a:spcPts val="0"/>
              </a:spcBef>
              <a:spcAft>
                <a:spcPts val="0"/>
              </a:spcAft>
              <a:buSzPts val="990"/>
              <a:buNone/>
            </a:pPr>
            <a:endParaRPr sz="2350">
              <a:latin typeface="Lato Light"/>
              <a:ea typeface="Lato Light"/>
              <a:cs typeface="Lato Light"/>
              <a:sym typeface="Lato Light"/>
            </a:endParaRPr>
          </a:p>
        </p:txBody>
      </p:sp>
      <p:sp>
        <p:nvSpPr>
          <p:cNvPr id="248" name="Google Shape;248;p11"/>
          <p:cNvSpPr/>
          <p:nvPr/>
        </p:nvSpPr>
        <p:spPr>
          <a:xfrm>
            <a:off x="425138" y="389725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11"/>
          <p:cNvSpPr/>
          <p:nvPr/>
        </p:nvSpPr>
        <p:spPr>
          <a:xfrm>
            <a:off x="1914638" y="1110200"/>
            <a:ext cx="396600" cy="396600"/>
          </a:xfrm>
          <a:prstGeom prst="ellipse">
            <a:avLst/>
          </a:prstGeom>
          <a:solidFill>
            <a:srgbClr val="EFEFEF"/>
          </a:solidFill>
          <a:ln w="2857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11"/>
          <p:cNvSpPr/>
          <p:nvPr/>
        </p:nvSpPr>
        <p:spPr>
          <a:xfrm>
            <a:off x="4411963" y="2787000"/>
            <a:ext cx="396600" cy="396600"/>
          </a:xfrm>
          <a:prstGeom prst="ellipse">
            <a:avLst/>
          </a:prstGeom>
          <a:solidFill>
            <a:srgbClr val="EFEFEF"/>
          </a:solidFill>
          <a:ln w="2857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p11"/>
          <p:cNvSpPr/>
          <p:nvPr/>
        </p:nvSpPr>
        <p:spPr>
          <a:xfrm>
            <a:off x="1223313" y="2787000"/>
            <a:ext cx="396600" cy="396600"/>
          </a:xfrm>
          <a:prstGeom prst="ellipse">
            <a:avLst/>
          </a:prstGeom>
          <a:solidFill>
            <a:srgbClr val="EFEFEF"/>
          </a:solidFill>
          <a:ln w="2857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52" name="Google Shape;252;p11"/>
          <p:cNvCxnSpPr/>
          <p:nvPr/>
        </p:nvCxnSpPr>
        <p:spPr>
          <a:xfrm>
            <a:off x="821738" y="4095550"/>
            <a:ext cx="1291500" cy="0"/>
          </a:xfrm>
          <a:prstGeom prst="straightConnector1">
            <a:avLst/>
          </a:prstGeom>
          <a:noFill/>
          <a:ln w="28575" cap="flat" cmpd="sng">
            <a:solidFill>
              <a:srgbClr val="434343"/>
            </a:solidFill>
            <a:prstDash val="solid"/>
            <a:round/>
            <a:headEnd type="none" w="sm" len="sm"/>
            <a:tailEnd type="none" w="sm" len="sm"/>
          </a:ln>
        </p:spPr>
      </p:cxnSp>
      <p:cxnSp>
        <p:nvCxnSpPr>
          <p:cNvPr id="253" name="Google Shape;253;p11"/>
          <p:cNvCxnSpPr/>
          <p:nvPr/>
        </p:nvCxnSpPr>
        <p:spPr>
          <a:xfrm>
            <a:off x="2113238" y="3993250"/>
            <a:ext cx="0" cy="204600"/>
          </a:xfrm>
          <a:prstGeom prst="straightConnector1">
            <a:avLst/>
          </a:prstGeom>
          <a:noFill/>
          <a:ln w="28575" cap="flat" cmpd="sng">
            <a:solidFill>
              <a:srgbClr val="434343"/>
            </a:solidFill>
            <a:prstDash val="solid"/>
            <a:round/>
            <a:headEnd type="none" w="sm" len="sm"/>
            <a:tailEnd type="none" w="sm" len="sm"/>
          </a:ln>
        </p:spPr>
      </p:cxnSp>
      <p:cxnSp>
        <p:nvCxnSpPr>
          <p:cNvPr id="254" name="Google Shape;254;p11"/>
          <p:cNvCxnSpPr/>
          <p:nvPr/>
        </p:nvCxnSpPr>
        <p:spPr>
          <a:xfrm>
            <a:off x="1619913" y="2985300"/>
            <a:ext cx="2099100" cy="0"/>
          </a:xfrm>
          <a:prstGeom prst="straightConnector1">
            <a:avLst/>
          </a:prstGeom>
          <a:noFill/>
          <a:ln w="28575" cap="flat" cmpd="sng">
            <a:solidFill>
              <a:srgbClr val="EFEFEF"/>
            </a:solidFill>
            <a:prstDash val="solid"/>
            <a:round/>
            <a:headEnd type="none" w="sm" len="sm"/>
            <a:tailEnd type="none" w="sm" len="sm"/>
          </a:ln>
        </p:spPr>
      </p:cxnSp>
      <p:cxnSp>
        <p:nvCxnSpPr>
          <p:cNvPr id="255" name="Google Shape;255;p11"/>
          <p:cNvCxnSpPr/>
          <p:nvPr/>
        </p:nvCxnSpPr>
        <p:spPr>
          <a:xfrm>
            <a:off x="3718988" y="2883000"/>
            <a:ext cx="0" cy="204600"/>
          </a:xfrm>
          <a:prstGeom prst="straightConnector1">
            <a:avLst/>
          </a:prstGeom>
          <a:noFill/>
          <a:ln w="28575" cap="flat" cmpd="sng">
            <a:solidFill>
              <a:srgbClr val="EFEFEF"/>
            </a:solidFill>
            <a:prstDash val="solid"/>
            <a:round/>
            <a:headEnd type="none" w="sm" len="sm"/>
            <a:tailEnd type="none" w="sm" len="sm"/>
          </a:ln>
        </p:spPr>
      </p:cxnSp>
      <p:cxnSp>
        <p:nvCxnSpPr>
          <p:cNvPr id="256" name="Google Shape;256;p11"/>
          <p:cNvCxnSpPr/>
          <p:nvPr/>
        </p:nvCxnSpPr>
        <p:spPr>
          <a:xfrm>
            <a:off x="3285313" y="1823500"/>
            <a:ext cx="1756200" cy="0"/>
          </a:xfrm>
          <a:prstGeom prst="straightConnector1">
            <a:avLst/>
          </a:prstGeom>
          <a:noFill/>
          <a:ln w="28575" cap="flat" cmpd="sng">
            <a:solidFill>
              <a:srgbClr val="EFEFEF"/>
            </a:solidFill>
            <a:prstDash val="solid"/>
            <a:round/>
            <a:headEnd type="none" w="sm" len="sm"/>
            <a:tailEnd type="none" w="sm" len="sm"/>
          </a:ln>
        </p:spPr>
      </p:cxnSp>
      <p:cxnSp>
        <p:nvCxnSpPr>
          <p:cNvPr id="257" name="Google Shape;257;p11"/>
          <p:cNvCxnSpPr/>
          <p:nvPr/>
        </p:nvCxnSpPr>
        <p:spPr>
          <a:xfrm>
            <a:off x="5041320" y="1721200"/>
            <a:ext cx="0" cy="204600"/>
          </a:xfrm>
          <a:prstGeom prst="straightConnector1">
            <a:avLst/>
          </a:prstGeom>
          <a:noFill/>
          <a:ln w="28575" cap="flat" cmpd="sng">
            <a:solidFill>
              <a:srgbClr val="EFEFEF"/>
            </a:solidFill>
            <a:prstDash val="solid"/>
            <a:round/>
            <a:headEnd type="none" w="sm" len="sm"/>
            <a:tailEnd type="none" w="sm" len="sm"/>
          </a:ln>
        </p:spPr>
      </p:cxnSp>
      <p:cxnSp>
        <p:nvCxnSpPr>
          <p:cNvPr id="258" name="Google Shape;258;p11"/>
          <p:cNvCxnSpPr/>
          <p:nvPr/>
        </p:nvCxnSpPr>
        <p:spPr>
          <a:xfrm>
            <a:off x="1421622" y="3183600"/>
            <a:ext cx="0" cy="879300"/>
          </a:xfrm>
          <a:prstGeom prst="straightConnector1">
            <a:avLst/>
          </a:prstGeom>
          <a:noFill/>
          <a:ln w="28575" cap="flat" cmpd="sng">
            <a:solidFill>
              <a:srgbClr val="EFEFEF"/>
            </a:solidFill>
            <a:prstDash val="solid"/>
            <a:round/>
            <a:headEnd type="none" w="sm" len="sm"/>
            <a:tailEnd type="none" w="sm" len="sm"/>
          </a:ln>
        </p:spPr>
      </p:cxnSp>
      <p:sp>
        <p:nvSpPr>
          <p:cNvPr id="259" name="Google Shape;259;p11"/>
          <p:cNvSpPr/>
          <p:nvPr/>
        </p:nvSpPr>
        <p:spPr>
          <a:xfrm>
            <a:off x="2888713" y="1625200"/>
            <a:ext cx="396600" cy="396600"/>
          </a:xfrm>
          <a:prstGeom prst="ellipse">
            <a:avLst/>
          </a:prstGeom>
          <a:solidFill>
            <a:srgbClr val="EFEFEF"/>
          </a:solidFill>
          <a:ln w="2857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60" name="Google Shape;260;p11"/>
          <p:cNvCxnSpPr/>
          <p:nvPr/>
        </p:nvCxnSpPr>
        <p:spPr>
          <a:xfrm flipH="1">
            <a:off x="2112638" y="1506800"/>
            <a:ext cx="600" cy="1467900"/>
          </a:xfrm>
          <a:prstGeom prst="straightConnector1">
            <a:avLst/>
          </a:prstGeom>
          <a:noFill/>
          <a:ln w="28575" cap="flat" cmpd="sng">
            <a:solidFill>
              <a:srgbClr val="EFEFEF"/>
            </a:solidFill>
            <a:prstDash val="solid"/>
            <a:round/>
            <a:headEnd type="none" w="sm" len="sm"/>
            <a:tailEnd type="none" w="sm" len="sm"/>
          </a:ln>
        </p:spPr>
      </p:cxnSp>
      <p:cxnSp>
        <p:nvCxnSpPr>
          <p:cNvPr id="261" name="Google Shape;261;p11"/>
          <p:cNvCxnSpPr/>
          <p:nvPr/>
        </p:nvCxnSpPr>
        <p:spPr>
          <a:xfrm>
            <a:off x="3087013" y="2027688"/>
            <a:ext cx="0" cy="957600"/>
          </a:xfrm>
          <a:prstGeom prst="straightConnector1">
            <a:avLst/>
          </a:prstGeom>
          <a:noFill/>
          <a:ln w="28575" cap="flat" cmpd="sng">
            <a:solidFill>
              <a:srgbClr val="EFEFEF"/>
            </a:solidFill>
            <a:prstDash val="solid"/>
            <a:round/>
            <a:headEnd type="none" w="sm" len="sm"/>
            <a:tailEnd type="none" w="sm" len="sm"/>
          </a:ln>
        </p:spPr>
      </p:cxnSp>
      <p:cxnSp>
        <p:nvCxnSpPr>
          <p:cNvPr id="262" name="Google Shape;262;p11"/>
          <p:cNvCxnSpPr/>
          <p:nvPr/>
        </p:nvCxnSpPr>
        <p:spPr>
          <a:xfrm>
            <a:off x="2311238" y="1308500"/>
            <a:ext cx="1807200" cy="0"/>
          </a:xfrm>
          <a:prstGeom prst="straightConnector1">
            <a:avLst/>
          </a:prstGeom>
          <a:noFill/>
          <a:ln w="28575" cap="flat" cmpd="sng">
            <a:solidFill>
              <a:srgbClr val="EFEFEF"/>
            </a:solidFill>
            <a:prstDash val="solid"/>
            <a:round/>
            <a:headEnd type="none" w="sm" len="sm"/>
            <a:tailEnd type="none" w="sm" len="sm"/>
          </a:ln>
        </p:spPr>
      </p:cxnSp>
      <p:cxnSp>
        <p:nvCxnSpPr>
          <p:cNvPr id="263" name="Google Shape;263;p11"/>
          <p:cNvCxnSpPr/>
          <p:nvPr/>
        </p:nvCxnSpPr>
        <p:spPr>
          <a:xfrm>
            <a:off x="4118315" y="1206200"/>
            <a:ext cx="0" cy="204600"/>
          </a:xfrm>
          <a:prstGeom prst="straightConnector1">
            <a:avLst/>
          </a:prstGeom>
          <a:noFill/>
          <a:ln w="28575" cap="flat" cmpd="sng">
            <a:solidFill>
              <a:srgbClr val="EFEFEF"/>
            </a:solidFill>
            <a:prstDash val="solid"/>
            <a:round/>
            <a:headEnd type="none" w="sm" len="sm"/>
            <a:tailEnd type="none" w="sm" len="sm"/>
          </a:ln>
        </p:spPr>
      </p:cxnSp>
      <p:cxnSp>
        <p:nvCxnSpPr>
          <p:cNvPr id="264" name="Google Shape;264;p11"/>
          <p:cNvCxnSpPr/>
          <p:nvPr/>
        </p:nvCxnSpPr>
        <p:spPr>
          <a:xfrm>
            <a:off x="4610263" y="1823488"/>
            <a:ext cx="0" cy="957600"/>
          </a:xfrm>
          <a:prstGeom prst="straightConnector1">
            <a:avLst/>
          </a:prstGeom>
          <a:noFill/>
          <a:ln w="28575" cap="flat" cmpd="sng">
            <a:solidFill>
              <a:srgbClr val="EFEFEF"/>
            </a:solidFill>
            <a:prstDash val="solid"/>
            <a:round/>
            <a:headEnd type="none" w="sm" len="sm"/>
            <a:tailEnd type="none" w="sm" len="sm"/>
          </a:ln>
        </p:spPr>
      </p:cxnSp>
      <p:cxnSp>
        <p:nvCxnSpPr>
          <p:cNvPr id="265" name="Google Shape;265;p11"/>
          <p:cNvCxnSpPr/>
          <p:nvPr/>
        </p:nvCxnSpPr>
        <p:spPr>
          <a:xfrm>
            <a:off x="4808563" y="2985300"/>
            <a:ext cx="1756200" cy="0"/>
          </a:xfrm>
          <a:prstGeom prst="straightConnector1">
            <a:avLst/>
          </a:prstGeom>
          <a:noFill/>
          <a:ln w="28575" cap="flat" cmpd="sng">
            <a:solidFill>
              <a:srgbClr val="EFEFEF"/>
            </a:solidFill>
            <a:prstDash val="solid"/>
            <a:round/>
            <a:headEnd type="none" w="sm" len="sm"/>
            <a:tailEnd type="none" w="sm" len="sm"/>
          </a:ln>
        </p:spPr>
      </p:cxnSp>
      <p:cxnSp>
        <p:nvCxnSpPr>
          <p:cNvPr id="266" name="Google Shape;266;p11"/>
          <p:cNvCxnSpPr/>
          <p:nvPr/>
        </p:nvCxnSpPr>
        <p:spPr>
          <a:xfrm>
            <a:off x="6564763" y="2883000"/>
            <a:ext cx="0" cy="204600"/>
          </a:xfrm>
          <a:prstGeom prst="straightConnector1">
            <a:avLst/>
          </a:prstGeom>
          <a:noFill/>
          <a:ln w="28575" cap="flat" cmpd="sng">
            <a:solidFill>
              <a:srgbClr val="EFEFEF"/>
            </a:solidFill>
            <a:prstDash val="solid"/>
            <a:round/>
            <a:headEnd type="none" w="sm" len="sm"/>
            <a:tailEnd type="none" w="sm" len="sm"/>
          </a:ln>
        </p:spPr>
      </p:cxnSp>
      <p:sp>
        <p:nvSpPr>
          <p:cNvPr id="267" name="Google Shape;267;p11"/>
          <p:cNvSpPr/>
          <p:nvPr/>
        </p:nvSpPr>
        <p:spPr>
          <a:xfrm>
            <a:off x="5041513" y="3925900"/>
            <a:ext cx="396600" cy="396600"/>
          </a:xfrm>
          <a:prstGeom prst="ellipse">
            <a:avLst/>
          </a:prstGeom>
          <a:solidFill>
            <a:srgbClr val="EFEFEF"/>
          </a:solidFill>
          <a:ln w="2857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68" name="Google Shape;268;p11"/>
          <p:cNvCxnSpPr/>
          <p:nvPr/>
        </p:nvCxnSpPr>
        <p:spPr>
          <a:xfrm>
            <a:off x="5239813" y="2990925"/>
            <a:ext cx="0" cy="929100"/>
          </a:xfrm>
          <a:prstGeom prst="straightConnector1">
            <a:avLst/>
          </a:prstGeom>
          <a:noFill/>
          <a:ln w="28575" cap="flat" cmpd="sng">
            <a:solidFill>
              <a:srgbClr val="EFEFEF"/>
            </a:solidFill>
            <a:prstDash val="solid"/>
            <a:round/>
            <a:headEnd type="none" w="sm" len="sm"/>
            <a:tailEnd type="none" w="sm" len="sm"/>
          </a:ln>
        </p:spPr>
      </p:cxnSp>
      <p:cxnSp>
        <p:nvCxnSpPr>
          <p:cNvPr id="269" name="Google Shape;269;p11"/>
          <p:cNvCxnSpPr/>
          <p:nvPr/>
        </p:nvCxnSpPr>
        <p:spPr>
          <a:xfrm>
            <a:off x="5438113" y="4124200"/>
            <a:ext cx="1240800" cy="0"/>
          </a:xfrm>
          <a:prstGeom prst="straightConnector1">
            <a:avLst/>
          </a:prstGeom>
          <a:noFill/>
          <a:ln w="28575" cap="flat" cmpd="sng">
            <a:solidFill>
              <a:srgbClr val="EFEFEF"/>
            </a:solidFill>
            <a:prstDash val="solid"/>
            <a:round/>
            <a:headEnd type="none" w="sm" len="sm"/>
            <a:tailEnd type="none" w="sm" len="sm"/>
          </a:ln>
        </p:spPr>
      </p:cxnSp>
      <p:cxnSp>
        <p:nvCxnSpPr>
          <p:cNvPr id="270" name="Google Shape;270;p11"/>
          <p:cNvCxnSpPr/>
          <p:nvPr/>
        </p:nvCxnSpPr>
        <p:spPr>
          <a:xfrm>
            <a:off x="6678938" y="4021900"/>
            <a:ext cx="0" cy="204600"/>
          </a:xfrm>
          <a:prstGeom prst="straightConnector1">
            <a:avLst/>
          </a:prstGeom>
          <a:noFill/>
          <a:ln w="28575" cap="flat" cmpd="sng">
            <a:solidFill>
              <a:srgbClr val="EFEFEF"/>
            </a:solidFill>
            <a:prstDash val="solid"/>
            <a:round/>
            <a:headEnd type="none" w="sm" len="sm"/>
            <a:tailEnd type="none" w="sm" len="sm"/>
          </a:ln>
        </p:spPr>
      </p:cxnSp>
      <p:sp>
        <p:nvSpPr>
          <p:cNvPr id="271" name="Google Shape;271;p11"/>
          <p:cNvSpPr/>
          <p:nvPr/>
        </p:nvSpPr>
        <p:spPr>
          <a:xfrm>
            <a:off x="2669325" y="3897250"/>
            <a:ext cx="396600" cy="396600"/>
          </a:xfrm>
          <a:prstGeom prst="ellipse">
            <a:avLst/>
          </a:prstGeom>
          <a:solidFill>
            <a:srgbClr val="EFEFEF"/>
          </a:solidFill>
          <a:ln w="2857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72" name="Google Shape;272;p11"/>
          <p:cNvCxnSpPr/>
          <p:nvPr/>
        </p:nvCxnSpPr>
        <p:spPr>
          <a:xfrm>
            <a:off x="2867638" y="2999300"/>
            <a:ext cx="0" cy="883800"/>
          </a:xfrm>
          <a:prstGeom prst="straightConnector1">
            <a:avLst/>
          </a:prstGeom>
          <a:noFill/>
          <a:ln w="28575" cap="flat" cmpd="sng">
            <a:solidFill>
              <a:srgbClr val="EFEFEF"/>
            </a:solidFill>
            <a:prstDash val="solid"/>
            <a:round/>
            <a:headEnd type="none" w="sm" len="sm"/>
            <a:tailEnd type="none" w="sm" len="sm"/>
          </a:ln>
        </p:spPr>
      </p:cxnSp>
      <p:cxnSp>
        <p:nvCxnSpPr>
          <p:cNvPr id="273" name="Google Shape;273;p11"/>
          <p:cNvCxnSpPr/>
          <p:nvPr/>
        </p:nvCxnSpPr>
        <p:spPr>
          <a:xfrm rot="10800000" flipH="1">
            <a:off x="3072825" y="4146500"/>
            <a:ext cx="524400" cy="600"/>
          </a:xfrm>
          <a:prstGeom prst="straightConnector1">
            <a:avLst/>
          </a:prstGeom>
          <a:noFill/>
          <a:ln w="28575" cap="flat" cmpd="sng">
            <a:solidFill>
              <a:srgbClr val="EFEFEF"/>
            </a:solidFill>
            <a:prstDash val="solid"/>
            <a:round/>
            <a:headEnd type="none" w="sm" len="sm"/>
            <a:tailEnd type="none" w="sm" len="sm"/>
          </a:ln>
        </p:spPr>
      </p:cxnSp>
      <p:cxnSp>
        <p:nvCxnSpPr>
          <p:cNvPr id="274" name="Google Shape;274;p11"/>
          <p:cNvCxnSpPr/>
          <p:nvPr/>
        </p:nvCxnSpPr>
        <p:spPr>
          <a:xfrm>
            <a:off x="3597225" y="4044500"/>
            <a:ext cx="0" cy="204600"/>
          </a:xfrm>
          <a:prstGeom prst="straightConnector1">
            <a:avLst/>
          </a:prstGeom>
          <a:noFill/>
          <a:ln w="28575" cap="flat" cmpd="sng">
            <a:solidFill>
              <a:srgbClr val="EFEFEF"/>
            </a:solidFill>
            <a:prstDash val="solid"/>
            <a:round/>
            <a:headEnd type="none" w="sm" len="sm"/>
            <a:tailEnd type="none" w="sm" len="sm"/>
          </a:ln>
        </p:spPr>
      </p:cxnSp>
      <p:cxnSp>
        <p:nvCxnSpPr>
          <p:cNvPr id="275" name="Google Shape;275;p11"/>
          <p:cNvCxnSpPr/>
          <p:nvPr/>
        </p:nvCxnSpPr>
        <p:spPr>
          <a:xfrm>
            <a:off x="6168063" y="1820550"/>
            <a:ext cx="1756200" cy="0"/>
          </a:xfrm>
          <a:prstGeom prst="straightConnector1">
            <a:avLst/>
          </a:prstGeom>
          <a:noFill/>
          <a:ln w="28575" cap="flat" cmpd="sng">
            <a:solidFill>
              <a:srgbClr val="EFEFEF"/>
            </a:solidFill>
            <a:prstDash val="solid"/>
            <a:round/>
            <a:headEnd type="none" w="sm" len="sm"/>
            <a:tailEnd type="none" w="sm" len="sm"/>
          </a:ln>
        </p:spPr>
      </p:cxnSp>
      <p:sp>
        <p:nvSpPr>
          <p:cNvPr id="276" name="Google Shape;276;p11"/>
          <p:cNvSpPr/>
          <p:nvPr/>
        </p:nvSpPr>
        <p:spPr>
          <a:xfrm>
            <a:off x="5771463" y="1622250"/>
            <a:ext cx="396600" cy="396600"/>
          </a:xfrm>
          <a:prstGeom prst="ellipse">
            <a:avLst/>
          </a:prstGeom>
          <a:solidFill>
            <a:srgbClr val="EFEFEF"/>
          </a:solidFill>
          <a:ln w="2857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77" name="Google Shape;277;p11"/>
          <p:cNvCxnSpPr/>
          <p:nvPr/>
        </p:nvCxnSpPr>
        <p:spPr>
          <a:xfrm>
            <a:off x="5969763" y="2024738"/>
            <a:ext cx="0" cy="957600"/>
          </a:xfrm>
          <a:prstGeom prst="straightConnector1">
            <a:avLst/>
          </a:prstGeom>
          <a:noFill/>
          <a:ln w="28575" cap="flat" cmpd="sng">
            <a:solidFill>
              <a:srgbClr val="EFEFEF"/>
            </a:solidFill>
            <a:prstDash val="solid"/>
            <a:round/>
            <a:headEnd type="none" w="sm" len="sm"/>
            <a:tailEnd type="none" w="sm" len="sm"/>
          </a:ln>
        </p:spPr>
      </p:cxnSp>
      <p:cxnSp>
        <p:nvCxnSpPr>
          <p:cNvPr id="278" name="Google Shape;278;p11"/>
          <p:cNvCxnSpPr/>
          <p:nvPr/>
        </p:nvCxnSpPr>
        <p:spPr>
          <a:xfrm>
            <a:off x="7924270" y="1718250"/>
            <a:ext cx="0" cy="204600"/>
          </a:xfrm>
          <a:prstGeom prst="straightConnector1">
            <a:avLst/>
          </a:prstGeom>
          <a:noFill/>
          <a:ln w="28575" cap="flat" cmpd="sng">
            <a:solidFill>
              <a:srgbClr val="EFEFEF"/>
            </a:solidFill>
            <a:prstDash val="solid"/>
            <a:round/>
            <a:headEnd type="none" w="sm" len="sm"/>
            <a:tailEnd type="none" w="sm" len="sm"/>
          </a:ln>
        </p:spPr>
      </p:cxnSp>
      <p:sp>
        <p:nvSpPr>
          <p:cNvPr id="279" name="Google Shape;279;p11"/>
          <p:cNvSpPr/>
          <p:nvPr/>
        </p:nvSpPr>
        <p:spPr>
          <a:xfrm>
            <a:off x="7329263" y="2784050"/>
            <a:ext cx="396600" cy="396600"/>
          </a:xfrm>
          <a:prstGeom prst="ellipse">
            <a:avLst/>
          </a:prstGeom>
          <a:solidFill>
            <a:srgbClr val="EFEFEF"/>
          </a:solidFill>
          <a:ln w="2857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80" name="Google Shape;280;p11"/>
          <p:cNvCxnSpPr/>
          <p:nvPr/>
        </p:nvCxnSpPr>
        <p:spPr>
          <a:xfrm>
            <a:off x="7527563" y="1820538"/>
            <a:ext cx="0" cy="957600"/>
          </a:xfrm>
          <a:prstGeom prst="straightConnector1">
            <a:avLst/>
          </a:prstGeom>
          <a:noFill/>
          <a:ln w="28575" cap="flat" cmpd="sng">
            <a:solidFill>
              <a:srgbClr val="EFEFEF"/>
            </a:solidFill>
            <a:prstDash val="solid"/>
            <a:round/>
            <a:headEnd type="none" w="sm" len="sm"/>
            <a:tailEnd type="none" w="sm" len="sm"/>
          </a:ln>
        </p:spPr>
      </p:cxnSp>
      <p:cxnSp>
        <p:nvCxnSpPr>
          <p:cNvPr id="281" name="Google Shape;281;p11"/>
          <p:cNvCxnSpPr/>
          <p:nvPr/>
        </p:nvCxnSpPr>
        <p:spPr>
          <a:xfrm>
            <a:off x="7725863" y="2982350"/>
            <a:ext cx="993000" cy="8700"/>
          </a:xfrm>
          <a:prstGeom prst="straightConnector1">
            <a:avLst/>
          </a:prstGeom>
          <a:noFill/>
          <a:ln w="28575" cap="flat" cmpd="sng">
            <a:solidFill>
              <a:srgbClr val="EFEFEF"/>
            </a:solidFill>
            <a:prstDash val="solid"/>
            <a:round/>
            <a:headEnd type="none" w="sm" len="sm"/>
            <a:tailEnd type="none" w="sm" len="sm"/>
          </a:ln>
        </p:spPr>
      </p:cxnSp>
      <p:cxnSp>
        <p:nvCxnSpPr>
          <p:cNvPr id="282" name="Google Shape;282;p11"/>
          <p:cNvCxnSpPr/>
          <p:nvPr/>
        </p:nvCxnSpPr>
        <p:spPr>
          <a:xfrm>
            <a:off x="8718870" y="2880050"/>
            <a:ext cx="0" cy="204600"/>
          </a:xfrm>
          <a:prstGeom prst="straightConnector1">
            <a:avLst/>
          </a:prstGeom>
          <a:noFill/>
          <a:ln w="28575" cap="flat" cmpd="sng">
            <a:solidFill>
              <a:srgbClr val="EFEFEF"/>
            </a:solidFill>
            <a:prstDash val="solid"/>
            <a:round/>
            <a:headEnd type="none" w="sm" len="sm"/>
            <a:tailEnd type="none" w="sm" len="sm"/>
          </a:ln>
        </p:spPr>
      </p:cxnSp>
      <p:sp>
        <p:nvSpPr>
          <p:cNvPr id="283" name="Google Shape;283;p11"/>
          <p:cNvSpPr/>
          <p:nvPr/>
        </p:nvSpPr>
        <p:spPr>
          <a:xfrm>
            <a:off x="6718413" y="3434925"/>
            <a:ext cx="396600" cy="396600"/>
          </a:xfrm>
          <a:prstGeom prst="ellipse">
            <a:avLst/>
          </a:prstGeom>
          <a:solidFill>
            <a:srgbClr val="EFEFEF"/>
          </a:solidFill>
          <a:ln w="2857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84" name="Google Shape;284;p11"/>
          <p:cNvCxnSpPr/>
          <p:nvPr/>
        </p:nvCxnSpPr>
        <p:spPr>
          <a:xfrm>
            <a:off x="6916713" y="1812675"/>
            <a:ext cx="0" cy="1616400"/>
          </a:xfrm>
          <a:prstGeom prst="straightConnector1">
            <a:avLst/>
          </a:prstGeom>
          <a:noFill/>
          <a:ln w="28575" cap="flat" cmpd="sng">
            <a:solidFill>
              <a:srgbClr val="EFEFEF"/>
            </a:solidFill>
            <a:prstDash val="solid"/>
            <a:round/>
            <a:headEnd type="none" w="sm" len="sm"/>
            <a:tailEnd type="none" w="sm" len="sm"/>
          </a:ln>
        </p:spPr>
      </p:cxnSp>
      <p:cxnSp>
        <p:nvCxnSpPr>
          <p:cNvPr id="285" name="Google Shape;285;p11"/>
          <p:cNvCxnSpPr/>
          <p:nvPr/>
        </p:nvCxnSpPr>
        <p:spPr>
          <a:xfrm>
            <a:off x="7115013" y="3633225"/>
            <a:ext cx="1399200" cy="0"/>
          </a:xfrm>
          <a:prstGeom prst="straightConnector1">
            <a:avLst/>
          </a:prstGeom>
          <a:noFill/>
          <a:ln w="28575" cap="flat" cmpd="sng">
            <a:solidFill>
              <a:srgbClr val="EFEFEF"/>
            </a:solidFill>
            <a:prstDash val="solid"/>
            <a:round/>
            <a:headEnd type="none" w="sm" len="sm"/>
            <a:tailEnd type="none" w="sm" len="sm"/>
          </a:ln>
        </p:spPr>
      </p:cxnSp>
      <p:cxnSp>
        <p:nvCxnSpPr>
          <p:cNvPr id="286" name="Google Shape;286;p11"/>
          <p:cNvCxnSpPr/>
          <p:nvPr/>
        </p:nvCxnSpPr>
        <p:spPr>
          <a:xfrm>
            <a:off x="8514220" y="3530925"/>
            <a:ext cx="0" cy="204600"/>
          </a:xfrm>
          <a:prstGeom prst="straightConnector1">
            <a:avLst/>
          </a:prstGeom>
          <a:noFill/>
          <a:ln w="28575" cap="flat" cmpd="sng">
            <a:solidFill>
              <a:srgbClr val="EFEFEF"/>
            </a:solidFill>
            <a:prstDash val="solid"/>
            <a:round/>
            <a:headEnd type="none" w="sm" len="sm"/>
            <a:tailEnd type="none"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2"/>
          <p:cNvSpPr/>
          <p:nvPr/>
        </p:nvSpPr>
        <p:spPr>
          <a:xfrm>
            <a:off x="1415225" y="912800"/>
            <a:ext cx="6477600" cy="3575100"/>
          </a:xfrm>
          <a:prstGeom prst="rect">
            <a:avLst/>
          </a:prstGeom>
          <a:solidFill>
            <a:srgbClr val="EFEF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12"/>
          <p:cNvSpPr txBox="1">
            <a:spLocks noGrp="1"/>
          </p:cNvSpPr>
          <p:nvPr>
            <p:ph type="title"/>
          </p:nvPr>
        </p:nvSpPr>
        <p:spPr>
          <a:xfrm>
            <a:off x="0" y="-17225"/>
            <a:ext cx="9020100" cy="69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280">
                <a:latin typeface="Lato Light"/>
                <a:ea typeface="Lato Light"/>
                <a:cs typeface="Lato Light"/>
                <a:sym typeface="Lato Light"/>
              </a:rPr>
              <a:t>Errors occur during pathogen replication over the course of the infection.</a:t>
            </a:r>
            <a:endParaRPr sz="2280">
              <a:latin typeface="Lato Light"/>
              <a:ea typeface="Lato Light"/>
              <a:cs typeface="Lato Light"/>
              <a:sym typeface="Lato Light"/>
            </a:endParaRPr>
          </a:p>
          <a:p>
            <a:pPr marL="0" lvl="0" indent="0" algn="l" rtl="0">
              <a:lnSpc>
                <a:spcPct val="100000"/>
              </a:lnSpc>
              <a:spcBef>
                <a:spcPts val="0"/>
              </a:spcBef>
              <a:spcAft>
                <a:spcPts val="0"/>
              </a:spcAft>
              <a:buSzPts val="990"/>
              <a:buNone/>
            </a:pPr>
            <a:endParaRPr sz="2550">
              <a:latin typeface="Lato Light"/>
              <a:ea typeface="Lato Light"/>
              <a:cs typeface="Lato Light"/>
              <a:sym typeface="Lato Light"/>
            </a:endParaRPr>
          </a:p>
          <a:p>
            <a:pPr marL="0" lvl="0" indent="0" algn="l" rtl="0">
              <a:lnSpc>
                <a:spcPct val="100000"/>
              </a:lnSpc>
              <a:spcBef>
                <a:spcPts val="0"/>
              </a:spcBef>
              <a:spcAft>
                <a:spcPts val="0"/>
              </a:spcAft>
              <a:buSzPts val="990"/>
              <a:buNone/>
            </a:pPr>
            <a:endParaRPr sz="2550">
              <a:latin typeface="Lato Light"/>
              <a:ea typeface="Lato Light"/>
              <a:cs typeface="Lato Light"/>
              <a:sym typeface="Lato Light"/>
            </a:endParaRPr>
          </a:p>
        </p:txBody>
      </p:sp>
      <p:sp>
        <p:nvSpPr>
          <p:cNvPr id="293" name="Google Shape;293;p12"/>
          <p:cNvSpPr/>
          <p:nvPr/>
        </p:nvSpPr>
        <p:spPr>
          <a:xfrm>
            <a:off x="1398728" y="2509083"/>
            <a:ext cx="429600" cy="372300"/>
          </a:xfrm>
          <a:prstGeom prst="hexagon">
            <a:avLst>
              <a:gd name="adj" fmla="val 25000"/>
              <a:gd name="vf" fmla="val 115470"/>
            </a:avLst>
          </a:prstGeom>
          <a:solidFill>
            <a:srgbClr val="EA9999"/>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 name="Google Shape;294;p12"/>
          <p:cNvSpPr/>
          <p:nvPr/>
        </p:nvSpPr>
        <p:spPr>
          <a:xfrm>
            <a:off x="7126238" y="2125184"/>
            <a:ext cx="429600" cy="372300"/>
          </a:xfrm>
          <a:prstGeom prst="hexagon">
            <a:avLst>
              <a:gd name="adj" fmla="val 25000"/>
              <a:gd name="vf" fmla="val 115470"/>
            </a:avLst>
          </a:prstGeom>
          <a:solidFill>
            <a:srgbClr val="F9CB9C"/>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p12"/>
          <p:cNvSpPr/>
          <p:nvPr/>
        </p:nvSpPr>
        <p:spPr>
          <a:xfrm>
            <a:off x="2310902" y="3490480"/>
            <a:ext cx="429600" cy="372300"/>
          </a:xfrm>
          <a:prstGeom prst="hexagon">
            <a:avLst>
              <a:gd name="adj" fmla="val 25000"/>
              <a:gd name="vf" fmla="val 115470"/>
            </a:avLst>
          </a:prstGeom>
          <a:solidFill>
            <a:srgbClr val="EA9999"/>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12"/>
          <p:cNvSpPr/>
          <p:nvPr/>
        </p:nvSpPr>
        <p:spPr>
          <a:xfrm>
            <a:off x="2740597" y="1927545"/>
            <a:ext cx="429600" cy="372300"/>
          </a:xfrm>
          <a:prstGeom prst="hexagon">
            <a:avLst>
              <a:gd name="adj" fmla="val 25000"/>
              <a:gd name="vf" fmla="val 115470"/>
            </a:avLst>
          </a:prstGeom>
          <a:solidFill>
            <a:srgbClr val="EA9999"/>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p12"/>
          <p:cNvSpPr/>
          <p:nvPr/>
        </p:nvSpPr>
        <p:spPr>
          <a:xfrm>
            <a:off x="3536930" y="2766194"/>
            <a:ext cx="429600" cy="372300"/>
          </a:xfrm>
          <a:prstGeom prst="hexagon">
            <a:avLst>
              <a:gd name="adj" fmla="val 25000"/>
              <a:gd name="vf" fmla="val 115470"/>
            </a:avLst>
          </a:prstGeom>
          <a:solidFill>
            <a:srgbClr val="F9CB9C"/>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12"/>
          <p:cNvSpPr/>
          <p:nvPr/>
        </p:nvSpPr>
        <p:spPr>
          <a:xfrm>
            <a:off x="3536930" y="3865054"/>
            <a:ext cx="429600" cy="372300"/>
          </a:xfrm>
          <a:prstGeom prst="hexagon">
            <a:avLst>
              <a:gd name="adj" fmla="val 25000"/>
              <a:gd name="vf" fmla="val 115470"/>
            </a:avLst>
          </a:prstGeom>
          <a:solidFill>
            <a:srgbClr val="EA9999"/>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p12"/>
          <p:cNvSpPr/>
          <p:nvPr/>
        </p:nvSpPr>
        <p:spPr>
          <a:xfrm>
            <a:off x="4975106" y="4115650"/>
            <a:ext cx="429600" cy="372300"/>
          </a:xfrm>
          <a:prstGeom prst="hexagon">
            <a:avLst>
              <a:gd name="adj" fmla="val 25000"/>
              <a:gd name="vf" fmla="val 115470"/>
            </a:avLst>
          </a:prstGeom>
          <a:solidFill>
            <a:srgbClr val="EA9999"/>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12"/>
          <p:cNvSpPr/>
          <p:nvPr/>
        </p:nvSpPr>
        <p:spPr>
          <a:xfrm>
            <a:off x="4357249" y="2263059"/>
            <a:ext cx="429600" cy="372300"/>
          </a:xfrm>
          <a:prstGeom prst="hexagon">
            <a:avLst>
              <a:gd name="adj" fmla="val 25000"/>
              <a:gd name="vf" fmla="val 115470"/>
            </a:avLst>
          </a:prstGeom>
          <a:solidFill>
            <a:srgbClr val="F9CB9C"/>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12"/>
          <p:cNvSpPr/>
          <p:nvPr/>
        </p:nvSpPr>
        <p:spPr>
          <a:xfrm>
            <a:off x="3849212" y="1212825"/>
            <a:ext cx="429600" cy="372300"/>
          </a:xfrm>
          <a:prstGeom prst="hexagon">
            <a:avLst>
              <a:gd name="adj" fmla="val 25000"/>
              <a:gd name="vf" fmla="val 115470"/>
            </a:avLst>
          </a:prstGeom>
          <a:solidFill>
            <a:srgbClr val="EA9999"/>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12"/>
          <p:cNvSpPr/>
          <p:nvPr/>
        </p:nvSpPr>
        <p:spPr>
          <a:xfrm>
            <a:off x="5602671" y="2822947"/>
            <a:ext cx="429600" cy="372300"/>
          </a:xfrm>
          <a:prstGeom prst="hexagon">
            <a:avLst>
              <a:gd name="adj" fmla="val 25000"/>
              <a:gd name="vf" fmla="val 115470"/>
            </a:avLst>
          </a:prstGeom>
          <a:solidFill>
            <a:srgbClr val="B6D7A8"/>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12"/>
          <p:cNvSpPr/>
          <p:nvPr/>
        </p:nvSpPr>
        <p:spPr>
          <a:xfrm>
            <a:off x="5172976" y="1334226"/>
            <a:ext cx="429600" cy="372300"/>
          </a:xfrm>
          <a:prstGeom prst="hexagon">
            <a:avLst>
              <a:gd name="adj" fmla="val 25000"/>
              <a:gd name="vf" fmla="val 115470"/>
            </a:avLst>
          </a:prstGeom>
          <a:solidFill>
            <a:srgbClr val="F9CB9C"/>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12"/>
          <p:cNvSpPr/>
          <p:nvPr/>
        </p:nvSpPr>
        <p:spPr>
          <a:xfrm>
            <a:off x="5696581" y="1927555"/>
            <a:ext cx="429600" cy="372300"/>
          </a:xfrm>
          <a:prstGeom prst="hexagon">
            <a:avLst>
              <a:gd name="adj" fmla="val 25000"/>
              <a:gd name="vf" fmla="val 115470"/>
            </a:avLst>
          </a:prstGeom>
          <a:solidFill>
            <a:srgbClr val="F9CB9C"/>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 name="Google Shape;305;p12"/>
          <p:cNvSpPr/>
          <p:nvPr/>
        </p:nvSpPr>
        <p:spPr>
          <a:xfrm>
            <a:off x="4743281" y="3306486"/>
            <a:ext cx="429600" cy="372300"/>
          </a:xfrm>
          <a:prstGeom prst="hexagon">
            <a:avLst>
              <a:gd name="adj" fmla="val 25000"/>
              <a:gd name="vf" fmla="val 115470"/>
            </a:avLst>
          </a:prstGeom>
          <a:solidFill>
            <a:srgbClr val="F9CB9C"/>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 name="Google Shape;306;p12"/>
          <p:cNvSpPr/>
          <p:nvPr/>
        </p:nvSpPr>
        <p:spPr>
          <a:xfrm>
            <a:off x="6645208" y="3304190"/>
            <a:ext cx="429600" cy="372300"/>
          </a:xfrm>
          <a:prstGeom prst="hexagon">
            <a:avLst>
              <a:gd name="adj" fmla="val 25000"/>
              <a:gd name="vf" fmla="val 115470"/>
            </a:avLst>
          </a:prstGeom>
          <a:solidFill>
            <a:srgbClr val="B6D7A8"/>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07" name="Google Shape;307;p12"/>
          <p:cNvCxnSpPr>
            <a:stCxn id="293" idx="5"/>
            <a:endCxn id="296" idx="3"/>
          </p:cNvCxnSpPr>
          <p:nvPr/>
        </p:nvCxnSpPr>
        <p:spPr>
          <a:xfrm rot="10800000" flipH="1">
            <a:off x="1735253" y="2113683"/>
            <a:ext cx="1005300" cy="395400"/>
          </a:xfrm>
          <a:prstGeom prst="straightConnector1">
            <a:avLst/>
          </a:prstGeom>
          <a:noFill/>
          <a:ln w="28575" cap="flat" cmpd="sng">
            <a:solidFill>
              <a:srgbClr val="B7B7B7"/>
            </a:solidFill>
            <a:prstDash val="solid"/>
            <a:round/>
            <a:headEnd type="none" w="sm" len="sm"/>
            <a:tailEnd type="stealth" w="med" len="med"/>
          </a:ln>
        </p:spPr>
      </p:cxnSp>
      <p:cxnSp>
        <p:nvCxnSpPr>
          <p:cNvPr id="308" name="Google Shape;308;p12"/>
          <p:cNvCxnSpPr>
            <a:stCxn id="293" idx="1"/>
            <a:endCxn id="295" idx="3"/>
          </p:cNvCxnSpPr>
          <p:nvPr/>
        </p:nvCxnSpPr>
        <p:spPr>
          <a:xfrm>
            <a:off x="1735253" y="2881383"/>
            <a:ext cx="575700" cy="795300"/>
          </a:xfrm>
          <a:prstGeom prst="straightConnector1">
            <a:avLst/>
          </a:prstGeom>
          <a:noFill/>
          <a:ln w="28575" cap="flat" cmpd="sng">
            <a:solidFill>
              <a:srgbClr val="B7B7B7"/>
            </a:solidFill>
            <a:prstDash val="solid"/>
            <a:round/>
            <a:headEnd type="none" w="sm" len="sm"/>
            <a:tailEnd type="stealth" w="med" len="med"/>
          </a:ln>
        </p:spPr>
      </p:cxnSp>
      <p:cxnSp>
        <p:nvCxnSpPr>
          <p:cNvPr id="309" name="Google Shape;309;p12"/>
          <p:cNvCxnSpPr>
            <a:stCxn id="296" idx="5"/>
            <a:endCxn id="301" idx="3"/>
          </p:cNvCxnSpPr>
          <p:nvPr/>
        </p:nvCxnSpPr>
        <p:spPr>
          <a:xfrm rot="10800000" flipH="1">
            <a:off x="3077122" y="1398945"/>
            <a:ext cx="772200" cy="528600"/>
          </a:xfrm>
          <a:prstGeom prst="straightConnector1">
            <a:avLst/>
          </a:prstGeom>
          <a:noFill/>
          <a:ln w="28575" cap="flat" cmpd="sng">
            <a:solidFill>
              <a:srgbClr val="B7B7B7"/>
            </a:solidFill>
            <a:prstDash val="solid"/>
            <a:round/>
            <a:headEnd type="none" w="sm" len="sm"/>
            <a:tailEnd type="stealth" w="med" len="med"/>
          </a:ln>
        </p:spPr>
      </p:cxnSp>
      <p:cxnSp>
        <p:nvCxnSpPr>
          <p:cNvPr id="310" name="Google Shape;310;p12"/>
          <p:cNvCxnSpPr>
            <a:stCxn id="296" idx="1"/>
            <a:endCxn id="297" idx="3"/>
          </p:cNvCxnSpPr>
          <p:nvPr/>
        </p:nvCxnSpPr>
        <p:spPr>
          <a:xfrm>
            <a:off x="3077122" y="2299845"/>
            <a:ext cx="459900" cy="652500"/>
          </a:xfrm>
          <a:prstGeom prst="straightConnector1">
            <a:avLst/>
          </a:prstGeom>
          <a:noFill/>
          <a:ln w="28575" cap="flat" cmpd="sng">
            <a:solidFill>
              <a:srgbClr val="B7B7B7"/>
            </a:solidFill>
            <a:prstDash val="solid"/>
            <a:round/>
            <a:headEnd type="none" w="sm" len="sm"/>
            <a:tailEnd type="stealth" w="med" len="med"/>
          </a:ln>
        </p:spPr>
      </p:cxnSp>
      <p:cxnSp>
        <p:nvCxnSpPr>
          <p:cNvPr id="311" name="Google Shape;311;p12"/>
          <p:cNvCxnSpPr>
            <a:stCxn id="295" idx="1"/>
            <a:endCxn id="298" idx="3"/>
          </p:cNvCxnSpPr>
          <p:nvPr/>
        </p:nvCxnSpPr>
        <p:spPr>
          <a:xfrm>
            <a:off x="2647427" y="3862780"/>
            <a:ext cx="889500" cy="188400"/>
          </a:xfrm>
          <a:prstGeom prst="straightConnector1">
            <a:avLst/>
          </a:prstGeom>
          <a:noFill/>
          <a:ln w="28575" cap="flat" cmpd="sng">
            <a:solidFill>
              <a:srgbClr val="B7B7B7"/>
            </a:solidFill>
            <a:prstDash val="solid"/>
            <a:round/>
            <a:headEnd type="none" w="sm" len="sm"/>
            <a:tailEnd type="stealth" w="med" len="med"/>
          </a:ln>
        </p:spPr>
      </p:cxnSp>
      <p:cxnSp>
        <p:nvCxnSpPr>
          <p:cNvPr id="312" name="Google Shape;312;p12"/>
          <p:cNvCxnSpPr>
            <a:stCxn id="298" idx="0"/>
            <a:endCxn id="299" idx="3"/>
          </p:cNvCxnSpPr>
          <p:nvPr/>
        </p:nvCxnSpPr>
        <p:spPr>
          <a:xfrm>
            <a:off x="3966530" y="4051204"/>
            <a:ext cx="1008600" cy="250500"/>
          </a:xfrm>
          <a:prstGeom prst="straightConnector1">
            <a:avLst/>
          </a:prstGeom>
          <a:noFill/>
          <a:ln w="28575" cap="flat" cmpd="sng">
            <a:solidFill>
              <a:srgbClr val="B7B7B7"/>
            </a:solidFill>
            <a:prstDash val="solid"/>
            <a:round/>
            <a:headEnd type="none" w="sm" len="sm"/>
            <a:tailEnd type="stealth" w="med" len="med"/>
          </a:ln>
        </p:spPr>
      </p:cxnSp>
      <p:cxnSp>
        <p:nvCxnSpPr>
          <p:cNvPr id="313" name="Google Shape;313;p12"/>
          <p:cNvCxnSpPr>
            <a:stCxn id="297" idx="1"/>
            <a:endCxn id="305" idx="3"/>
          </p:cNvCxnSpPr>
          <p:nvPr/>
        </p:nvCxnSpPr>
        <p:spPr>
          <a:xfrm>
            <a:off x="3873455" y="3138494"/>
            <a:ext cx="869700" cy="354000"/>
          </a:xfrm>
          <a:prstGeom prst="straightConnector1">
            <a:avLst/>
          </a:prstGeom>
          <a:noFill/>
          <a:ln w="28575" cap="flat" cmpd="sng">
            <a:solidFill>
              <a:srgbClr val="B7B7B7"/>
            </a:solidFill>
            <a:prstDash val="solid"/>
            <a:round/>
            <a:headEnd type="none" w="sm" len="sm"/>
            <a:tailEnd type="stealth" w="med" len="med"/>
          </a:ln>
        </p:spPr>
      </p:cxnSp>
      <p:cxnSp>
        <p:nvCxnSpPr>
          <p:cNvPr id="314" name="Google Shape;314;p12"/>
          <p:cNvCxnSpPr>
            <a:stCxn id="297" idx="5"/>
            <a:endCxn id="300" idx="3"/>
          </p:cNvCxnSpPr>
          <p:nvPr/>
        </p:nvCxnSpPr>
        <p:spPr>
          <a:xfrm rot="10800000" flipH="1">
            <a:off x="3873455" y="2449094"/>
            <a:ext cx="483900" cy="317100"/>
          </a:xfrm>
          <a:prstGeom prst="straightConnector1">
            <a:avLst/>
          </a:prstGeom>
          <a:noFill/>
          <a:ln w="28575" cap="flat" cmpd="sng">
            <a:solidFill>
              <a:srgbClr val="B7B7B7"/>
            </a:solidFill>
            <a:prstDash val="solid"/>
            <a:round/>
            <a:headEnd type="none" w="sm" len="sm"/>
            <a:tailEnd type="stealth" w="med" len="med"/>
          </a:ln>
        </p:spPr>
      </p:cxnSp>
      <p:cxnSp>
        <p:nvCxnSpPr>
          <p:cNvPr id="315" name="Google Shape;315;p12"/>
          <p:cNvCxnSpPr>
            <a:stCxn id="300" idx="5"/>
            <a:endCxn id="303" idx="3"/>
          </p:cNvCxnSpPr>
          <p:nvPr/>
        </p:nvCxnSpPr>
        <p:spPr>
          <a:xfrm rot="10800000" flipH="1">
            <a:off x="4693774" y="1520259"/>
            <a:ext cx="479100" cy="742800"/>
          </a:xfrm>
          <a:prstGeom prst="straightConnector1">
            <a:avLst/>
          </a:prstGeom>
          <a:noFill/>
          <a:ln w="28575" cap="flat" cmpd="sng">
            <a:solidFill>
              <a:srgbClr val="B7B7B7"/>
            </a:solidFill>
            <a:prstDash val="solid"/>
            <a:round/>
            <a:headEnd type="none" w="sm" len="sm"/>
            <a:tailEnd type="stealth" w="med" len="med"/>
          </a:ln>
        </p:spPr>
      </p:cxnSp>
      <p:cxnSp>
        <p:nvCxnSpPr>
          <p:cNvPr id="316" name="Google Shape;316;p12"/>
          <p:cNvCxnSpPr>
            <a:stCxn id="300" idx="0"/>
            <a:endCxn id="304" idx="3"/>
          </p:cNvCxnSpPr>
          <p:nvPr/>
        </p:nvCxnSpPr>
        <p:spPr>
          <a:xfrm rot="10800000" flipH="1">
            <a:off x="4786849" y="2113809"/>
            <a:ext cx="909600" cy="335400"/>
          </a:xfrm>
          <a:prstGeom prst="straightConnector1">
            <a:avLst/>
          </a:prstGeom>
          <a:noFill/>
          <a:ln w="28575" cap="flat" cmpd="sng">
            <a:solidFill>
              <a:srgbClr val="B7B7B7"/>
            </a:solidFill>
            <a:prstDash val="solid"/>
            <a:round/>
            <a:headEnd type="none" w="sm" len="sm"/>
            <a:tailEnd type="stealth" w="med" len="med"/>
          </a:ln>
        </p:spPr>
      </p:cxnSp>
      <p:cxnSp>
        <p:nvCxnSpPr>
          <p:cNvPr id="317" name="Google Shape;317;p12"/>
          <p:cNvCxnSpPr>
            <a:stCxn id="300" idx="1"/>
            <a:endCxn id="302" idx="3"/>
          </p:cNvCxnSpPr>
          <p:nvPr/>
        </p:nvCxnSpPr>
        <p:spPr>
          <a:xfrm>
            <a:off x="4693774" y="2635359"/>
            <a:ext cx="909000" cy="373800"/>
          </a:xfrm>
          <a:prstGeom prst="straightConnector1">
            <a:avLst/>
          </a:prstGeom>
          <a:noFill/>
          <a:ln w="28575" cap="flat" cmpd="sng">
            <a:solidFill>
              <a:srgbClr val="B7B7B7"/>
            </a:solidFill>
            <a:prstDash val="solid"/>
            <a:round/>
            <a:headEnd type="none" w="sm" len="sm"/>
            <a:tailEnd type="stealth" w="med" len="med"/>
          </a:ln>
        </p:spPr>
      </p:cxnSp>
      <p:cxnSp>
        <p:nvCxnSpPr>
          <p:cNvPr id="318" name="Google Shape;318;p12"/>
          <p:cNvCxnSpPr>
            <a:stCxn id="304" idx="0"/>
            <a:endCxn id="294" idx="3"/>
          </p:cNvCxnSpPr>
          <p:nvPr/>
        </p:nvCxnSpPr>
        <p:spPr>
          <a:xfrm>
            <a:off x="6126181" y="2113705"/>
            <a:ext cx="1000200" cy="197700"/>
          </a:xfrm>
          <a:prstGeom prst="straightConnector1">
            <a:avLst/>
          </a:prstGeom>
          <a:noFill/>
          <a:ln w="28575" cap="flat" cmpd="sng">
            <a:solidFill>
              <a:srgbClr val="B7B7B7"/>
            </a:solidFill>
            <a:prstDash val="solid"/>
            <a:round/>
            <a:headEnd type="none" w="sm" len="sm"/>
            <a:tailEnd type="stealth" w="med" len="med"/>
          </a:ln>
        </p:spPr>
      </p:cxnSp>
      <p:cxnSp>
        <p:nvCxnSpPr>
          <p:cNvPr id="319" name="Google Shape;319;p12"/>
          <p:cNvCxnSpPr>
            <a:stCxn id="302" idx="1"/>
            <a:endCxn id="306" idx="3"/>
          </p:cNvCxnSpPr>
          <p:nvPr/>
        </p:nvCxnSpPr>
        <p:spPr>
          <a:xfrm>
            <a:off x="5939196" y="3195247"/>
            <a:ext cx="705900" cy="295200"/>
          </a:xfrm>
          <a:prstGeom prst="straightConnector1">
            <a:avLst/>
          </a:prstGeom>
          <a:noFill/>
          <a:ln w="28575" cap="flat" cmpd="sng">
            <a:solidFill>
              <a:srgbClr val="B7B7B7"/>
            </a:solidFill>
            <a:prstDash val="solid"/>
            <a:round/>
            <a:headEnd type="none" w="sm" len="sm"/>
            <a:tailEnd type="stealth" w="med" len="med"/>
          </a:ln>
        </p:spPr>
      </p:cxnSp>
      <p:sp>
        <p:nvSpPr>
          <p:cNvPr id="320" name="Google Shape;320;p12"/>
          <p:cNvSpPr/>
          <p:nvPr/>
        </p:nvSpPr>
        <p:spPr>
          <a:xfrm>
            <a:off x="3194721" y="2513655"/>
            <a:ext cx="198300" cy="188100"/>
          </a:xfrm>
          <a:prstGeom prst="star5">
            <a:avLst>
              <a:gd name="adj" fmla="val 19098"/>
              <a:gd name="hf" fmla="val 105146"/>
              <a:gd name="vf" fmla="val 110557"/>
            </a:avLst>
          </a:prstGeom>
          <a:solidFill>
            <a:srgbClr val="66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 name="Google Shape;321;p12"/>
          <p:cNvSpPr txBox="1">
            <a:spLocks noGrp="1"/>
          </p:cNvSpPr>
          <p:nvPr>
            <p:ph type="title"/>
          </p:nvPr>
        </p:nvSpPr>
        <p:spPr>
          <a:xfrm>
            <a:off x="2393349" y="2449850"/>
            <a:ext cx="909600" cy="29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1200">
                <a:latin typeface="Lato"/>
                <a:ea typeface="Lato"/>
                <a:cs typeface="Lato"/>
                <a:sym typeface="Lato"/>
              </a:rPr>
              <a:t>mutation</a:t>
            </a:r>
            <a:endParaRPr sz="1200">
              <a:latin typeface="Lato"/>
              <a:ea typeface="Lato"/>
              <a:cs typeface="Lato"/>
              <a:sym typeface="Lato"/>
            </a:endParaRPr>
          </a:p>
          <a:p>
            <a:pPr marL="0" lvl="0" indent="0" algn="l" rtl="0">
              <a:lnSpc>
                <a:spcPct val="100000"/>
              </a:lnSpc>
              <a:spcBef>
                <a:spcPts val="0"/>
              </a:spcBef>
              <a:spcAft>
                <a:spcPts val="0"/>
              </a:spcAft>
              <a:buSzPts val="990"/>
              <a:buNone/>
            </a:pPr>
            <a:endParaRPr sz="1200">
              <a:latin typeface="Lato Light"/>
              <a:ea typeface="Lato Light"/>
              <a:cs typeface="Lato Light"/>
              <a:sym typeface="Lato Light"/>
            </a:endParaRPr>
          </a:p>
          <a:p>
            <a:pPr marL="0" lvl="0" indent="0" algn="l" rtl="0">
              <a:lnSpc>
                <a:spcPct val="100000"/>
              </a:lnSpc>
              <a:spcBef>
                <a:spcPts val="0"/>
              </a:spcBef>
              <a:spcAft>
                <a:spcPts val="0"/>
              </a:spcAft>
              <a:buSzPts val="990"/>
              <a:buNone/>
            </a:pPr>
            <a:endParaRPr sz="1200">
              <a:latin typeface="Lato Light"/>
              <a:ea typeface="Lato Light"/>
              <a:cs typeface="Lato Light"/>
              <a:sym typeface="Lato Light"/>
            </a:endParaRPr>
          </a:p>
        </p:txBody>
      </p:sp>
      <p:sp>
        <p:nvSpPr>
          <p:cNvPr id="322" name="Google Shape;322;p12"/>
          <p:cNvSpPr/>
          <p:nvPr/>
        </p:nvSpPr>
        <p:spPr>
          <a:xfrm>
            <a:off x="4987834" y="2690640"/>
            <a:ext cx="198300" cy="188100"/>
          </a:xfrm>
          <a:prstGeom prst="star5">
            <a:avLst>
              <a:gd name="adj" fmla="val 19098"/>
              <a:gd name="hf" fmla="val 105146"/>
              <a:gd name="vf" fmla="val 110557"/>
            </a:avLst>
          </a:prstGeom>
          <a:solidFill>
            <a:srgbClr val="66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23" name="Google Shape;323;p12"/>
          <p:cNvCxnSpPr/>
          <p:nvPr/>
        </p:nvCxnSpPr>
        <p:spPr>
          <a:xfrm>
            <a:off x="1419425" y="4688461"/>
            <a:ext cx="6469200" cy="0"/>
          </a:xfrm>
          <a:prstGeom prst="straightConnector1">
            <a:avLst/>
          </a:prstGeom>
          <a:noFill/>
          <a:ln w="38100" cap="flat" cmpd="sng">
            <a:solidFill>
              <a:srgbClr val="CCCCCC"/>
            </a:solidFill>
            <a:prstDash val="solid"/>
            <a:round/>
            <a:headEnd type="none" w="sm" len="sm"/>
            <a:tailEnd type="triangle" w="med" len="med"/>
          </a:ln>
        </p:spPr>
      </p:cxnSp>
      <p:sp>
        <p:nvSpPr>
          <p:cNvPr id="324" name="Google Shape;324;p12"/>
          <p:cNvSpPr txBox="1">
            <a:spLocks noGrp="1"/>
          </p:cNvSpPr>
          <p:nvPr>
            <p:ph type="title"/>
          </p:nvPr>
        </p:nvSpPr>
        <p:spPr>
          <a:xfrm>
            <a:off x="4209272" y="4719825"/>
            <a:ext cx="889500" cy="250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1800">
                <a:latin typeface="Lato"/>
                <a:ea typeface="Lato"/>
                <a:cs typeface="Lato"/>
                <a:sym typeface="Lato"/>
              </a:rPr>
              <a:t>time</a:t>
            </a:r>
            <a:endParaRPr sz="1800">
              <a:latin typeface="Lato"/>
              <a:ea typeface="Lato"/>
              <a:cs typeface="Lato"/>
              <a:sym typeface="Lato"/>
            </a:endParaRPr>
          </a:p>
          <a:p>
            <a:pPr marL="0" lvl="0" indent="0" algn="l" rtl="0">
              <a:lnSpc>
                <a:spcPct val="100000"/>
              </a:lnSpc>
              <a:spcBef>
                <a:spcPts val="0"/>
              </a:spcBef>
              <a:spcAft>
                <a:spcPts val="0"/>
              </a:spcAft>
              <a:buSzPts val="990"/>
              <a:buNone/>
            </a:pPr>
            <a:endParaRPr sz="1200">
              <a:latin typeface="Lato Light"/>
              <a:ea typeface="Lato Light"/>
              <a:cs typeface="Lato Light"/>
              <a:sym typeface="Lato Light"/>
            </a:endParaRPr>
          </a:p>
          <a:p>
            <a:pPr marL="0" lvl="0" indent="0" algn="l" rtl="0">
              <a:lnSpc>
                <a:spcPct val="100000"/>
              </a:lnSpc>
              <a:spcBef>
                <a:spcPts val="0"/>
              </a:spcBef>
              <a:spcAft>
                <a:spcPts val="0"/>
              </a:spcAft>
              <a:buSzPts val="990"/>
              <a:buNone/>
            </a:pPr>
            <a:endParaRPr sz="1200">
              <a:latin typeface="Lato Light"/>
              <a:ea typeface="Lato Light"/>
              <a:cs typeface="Lato Light"/>
              <a:sym typeface="Lato Light"/>
            </a:endParaRPr>
          </a:p>
        </p:txBody>
      </p:sp>
      <p:sp>
        <p:nvSpPr>
          <p:cNvPr id="325" name="Google Shape;325;p12"/>
          <p:cNvSpPr txBox="1">
            <a:spLocks noGrp="1"/>
          </p:cNvSpPr>
          <p:nvPr>
            <p:ph type="title"/>
          </p:nvPr>
        </p:nvSpPr>
        <p:spPr>
          <a:xfrm>
            <a:off x="5167025" y="2543725"/>
            <a:ext cx="909600" cy="29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1200">
                <a:latin typeface="Lato"/>
                <a:ea typeface="Lato"/>
                <a:cs typeface="Lato"/>
                <a:sym typeface="Lato"/>
              </a:rPr>
              <a:t>mutation</a:t>
            </a:r>
            <a:endParaRPr sz="1200">
              <a:latin typeface="Lato"/>
              <a:ea typeface="Lato"/>
              <a:cs typeface="Lato"/>
              <a:sym typeface="Lato"/>
            </a:endParaRPr>
          </a:p>
          <a:p>
            <a:pPr marL="0" lvl="0" indent="0" algn="l" rtl="0">
              <a:lnSpc>
                <a:spcPct val="100000"/>
              </a:lnSpc>
              <a:spcBef>
                <a:spcPts val="0"/>
              </a:spcBef>
              <a:spcAft>
                <a:spcPts val="0"/>
              </a:spcAft>
              <a:buSzPts val="990"/>
              <a:buNone/>
            </a:pPr>
            <a:endParaRPr sz="1200">
              <a:latin typeface="Lato Light"/>
              <a:ea typeface="Lato Light"/>
              <a:cs typeface="Lato Light"/>
              <a:sym typeface="Lato Light"/>
            </a:endParaRPr>
          </a:p>
          <a:p>
            <a:pPr marL="0" lvl="0" indent="0" algn="l" rtl="0">
              <a:lnSpc>
                <a:spcPct val="100000"/>
              </a:lnSpc>
              <a:spcBef>
                <a:spcPts val="0"/>
              </a:spcBef>
              <a:spcAft>
                <a:spcPts val="0"/>
              </a:spcAft>
              <a:buSzPts val="990"/>
              <a:buNone/>
            </a:pPr>
            <a:endParaRPr sz="1200">
              <a:latin typeface="Lato Light"/>
              <a:ea typeface="Lato Light"/>
              <a:cs typeface="Lato Light"/>
              <a:sym typeface="Lato Light"/>
            </a:endParaRPr>
          </a:p>
        </p:txBody>
      </p:sp>
      <p:sp>
        <p:nvSpPr>
          <p:cNvPr id="326" name="Google Shape;326;p12"/>
          <p:cNvSpPr/>
          <p:nvPr/>
        </p:nvSpPr>
        <p:spPr>
          <a:xfrm>
            <a:off x="1415213" y="74535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27" name="Google Shape;327;p12"/>
          <p:cNvCxnSpPr>
            <a:stCxn id="326" idx="6"/>
          </p:cNvCxnSpPr>
          <p:nvPr/>
        </p:nvCxnSpPr>
        <p:spPr>
          <a:xfrm>
            <a:off x="1811813" y="943650"/>
            <a:ext cx="6102900" cy="3300"/>
          </a:xfrm>
          <a:prstGeom prst="straightConnector1">
            <a:avLst/>
          </a:prstGeom>
          <a:noFill/>
          <a:ln w="28575" cap="flat" cmpd="sng">
            <a:solidFill>
              <a:srgbClr val="434343"/>
            </a:solidFill>
            <a:prstDash val="solid"/>
            <a:round/>
            <a:headEnd type="none" w="sm" len="sm"/>
            <a:tailEnd type="none" w="sm" len="sm"/>
          </a:ln>
        </p:spPr>
      </p:cxnSp>
      <p:cxnSp>
        <p:nvCxnSpPr>
          <p:cNvPr id="328" name="Google Shape;328;p12"/>
          <p:cNvCxnSpPr/>
          <p:nvPr/>
        </p:nvCxnSpPr>
        <p:spPr>
          <a:xfrm>
            <a:off x="7892713" y="841350"/>
            <a:ext cx="0" cy="204600"/>
          </a:xfrm>
          <a:prstGeom prst="straightConnector1">
            <a:avLst/>
          </a:prstGeom>
          <a:noFill/>
          <a:ln w="28575" cap="flat" cmpd="sng">
            <a:solidFill>
              <a:srgbClr val="434343"/>
            </a:solidFill>
            <a:prstDash val="solid"/>
            <a:round/>
            <a:headEnd type="none" w="sm" len="sm"/>
            <a:tailEnd type="none" w="sm" len="sm"/>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13"/>
          <p:cNvSpPr/>
          <p:nvPr/>
        </p:nvSpPr>
        <p:spPr>
          <a:xfrm>
            <a:off x="2317225" y="3163500"/>
            <a:ext cx="4395600" cy="1647900"/>
          </a:xfrm>
          <a:prstGeom prst="rect">
            <a:avLst/>
          </a:prstGeom>
          <a:solidFill>
            <a:srgbClr val="EFEFEF"/>
          </a:solidFill>
          <a:ln w="381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p13"/>
          <p:cNvSpPr txBox="1">
            <a:spLocks noGrp="1"/>
          </p:cNvSpPr>
          <p:nvPr>
            <p:ph type="title"/>
          </p:nvPr>
        </p:nvSpPr>
        <p:spPr>
          <a:xfrm>
            <a:off x="0" y="-17225"/>
            <a:ext cx="9020100" cy="69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100">
                <a:latin typeface="Lato Light"/>
                <a:ea typeface="Lato Light"/>
                <a:cs typeface="Lato Light"/>
                <a:sym typeface="Lato Light"/>
              </a:rPr>
              <a:t>This process means that there are </a:t>
            </a:r>
            <a:r>
              <a:rPr lang="en" sz="2100" b="1">
                <a:latin typeface="Lato"/>
                <a:ea typeface="Lato"/>
                <a:cs typeface="Lato"/>
                <a:sym typeface="Lato"/>
              </a:rPr>
              <a:t>various populations of pathogens</a:t>
            </a:r>
            <a:r>
              <a:rPr lang="en" sz="2100">
                <a:latin typeface="Lato Light"/>
                <a:ea typeface="Lato Light"/>
                <a:cs typeface="Lato Light"/>
                <a:sym typeface="Lato Light"/>
              </a:rPr>
              <a:t> within a </a:t>
            </a:r>
            <a:r>
              <a:rPr lang="en" sz="2100" b="1">
                <a:latin typeface="Lato"/>
                <a:ea typeface="Lato"/>
                <a:cs typeface="Lato"/>
                <a:sym typeface="Lato"/>
              </a:rPr>
              <a:t>single infected individual</a:t>
            </a:r>
            <a:endParaRPr sz="2100">
              <a:latin typeface="Lato Light"/>
              <a:ea typeface="Lato Light"/>
              <a:cs typeface="Lato Light"/>
              <a:sym typeface="Lato Light"/>
            </a:endParaRPr>
          </a:p>
          <a:p>
            <a:pPr marL="0" lvl="0" indent="0" algn="l" rtl="0">
              <a:lnSpc>
                <a:spcPct val="100000"/>
              </a:lnSpc>
              <a:spcBef>
                <a:spcPts val="0"/>
              </a:spcBef>
              <a:spcAft>
                <a:spcPts val="0"/>
              </a:spcAft>
              <a:buSzPts val="990"/>
              <a:buNone/>
            </a:pPr>
            <a:endParaRPr sz="2150">
              <a:latin typeface="Lato Light"/>
              <a:ea typeface="Lato Light"/>
              <a:cs typeface="Lato Light"/>
              <a:sym typeface="Lato Light"/>
            </a:endParaRPr>
          </a:p>
          <a:p>
            <a:pPr marL="0" lvl="0" indent="0" algn="l" rtl="0">
              <a:lnSpc>
                <a:spcPct val="100000"/>
              </a:lnSpc>
              <a:spcBef>
                <a:spcPts val="0"/>
              </a:spcBef>
              <a:spcAft>
                <a:spcPts val="0"/>
              </a:spcAft>
              <a:buSzPts val="990"/>
              <a:buNone/>
            </a:pPr>
            <a:endParaRPr sz="2150">
              <a:latin typeface="Lato Light"/>
              <a:ea typeface="Lato Light"/>
              <a:cs typeface="Lato Light"/>
              <a:sym typeface="Lato Light"/>
            </a:endParaRPr>
          </a:p>
        </p:txBody>
      </p:sp>
      <p:sp>
        <p:nvSpPr>
          <p:cNvPr id="335" name="Google Shape;335;p13"/>
          <p:cNvSpPr/>
          <p:nvPr/>
        </p:nvSpPr>
        <p:spPr>
          <a:xfrm>
            <a:off x="2317225" y="1604185"/>
            <a:ext cx="306000" cy="265200"/>
          </a:xfrm>
          <a:prstGeom prst="hexagon">
            <a:avLst>
              <a:gd name="adj" fmla="val 25000"/>
              <a:gd name="vf" fmla="val 115470"/>
            </a:avLst>
          </a:prstGeom>
          <a:solidFill>
            <a:srgbClr val="EA9999"/>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p13"/>
          <p:cNvSpPr/>
          <p:nvPr/>
        </p:nvSpPr>
        <p:spPr>
          <a:xfrm>
            <a:off x="6396884" y="1330738"/>
            <a:ext cx="306000" cy="265200"/>
          </a:xfrm>
          <a:prstGeom prst="hexagon">
            <a:avLst>
              <a:gd name="adj" fmla="val 25000"/>
              <a:gd name="vf" fmla="val 115470"/>
            </a:avLst>
          </a:prstGeom>
          <a:solidFill>
            <a:srgbClr val="F9CB9C"/>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p13"/>
          <p:cNvSpPr/>
          <p:nvPr/>
        </p:nvSpPr>
        <p:spPr>
          <a:xfrm>
            <a:off x="2966960" y="2303224"/>
            <a:ext cx="306000" cy="265200"/>
          </a:xfrm>
          <a:prstGeom prst="hexagon">
            <a:avLst>
              <a:gd name="adj" fmla="val 25000"/>
              <a:gd name="vf" fmla="val 115470"/>
            </a:avLst>
          </a:prstGeom>
          <a:solidFill>
            <a:srgbClr val="EA9999"/>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13"/>
          <p:cNvSpPr/>
          <p:nvPr/>
        </p:nvSpPr>
        <p:spPr>
          <a:xfrm>
            <a:off x="3273028" y="1189962"/>
            <a:ext cx="306000" cy="265200"/>
          </a:xfrm>
          <a:prstGeom prst="hexagon">
            <a:avLst>
              <a:gd name="adj" fmla="val 25000"/>
              <a:gd name="vf" fmla="val 115470"/>
            </a:avLst>
          </a:prstGeom>
          <a:solidFill>
            <a:srgbClr val="EA9999"/>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p13"/>
          <p:cNvSpPr/>
          <p:nvPr/>
        </p:nvSpPr>
        <p:spPr>
          <a:xfrm>
            <a:off x="3840249" y="1787322"/>
            <a:ext cx="306000" cy="265200"/>
          </a:xfrm>
          <a:prstGeom prst="hexagon">
            <a:avLst>
              <a:gd name="adj" fmla="val 25000"/>
              <a:gd name="vf" fmla="val 115470"/>
            </a:avLst>
          </a:prstGeom>
          <a:solidFill>
            <a:srgbClr val="F9CB9C"/>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p13"/>
          <p:cNvSpPr/>
          <p:nvPr/>
        </p:nvSpPr>
        <p:spPr>
          <a:xfrm>
            <a:off x="3840249" y="2570029"/>
            <a:ext cx="306000" cy="265200"/>
          </a:xfrm>
          <a:prstGeom prst="hexagon">
            <a:avLst>
              <a:gd name="adj" fmla="val 25000"/>
              <a:gd name="vf" fmla="val 115470"/>
            </a:avLst>
          </a:prstGeom>
          <a:solidFill>
            <a:srgbClr val="EA9999"/>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p13"/>
          <p:cNvSpPr/>
          <p:nvPr/>
        </p:nvSpPr>
        <p:spPr>
          <a:xfrm>
            <a:off x="4864650" y="2748526"/>
            <a:ext cx="306000" cy="265200"/>
          </a:xfrm>
          <a:prstGeom prst="hexagon">
            <a:avLst>
              <a:gd name="adj" fmla="val 25000"/>
              <a:gd name="vf" fmla="val 115470"/>
            </a:avLst>
          </a:prstGeom>
          <a:solidFill>
            <a:srgbClr val="EA9999"/>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p13"/>
          <p:cNvSpPr/>
          <p:nvPr/>
        </p:nvSpPr>
        <p:spPr>
          <a:xfrm>
            <a:off x="4424556" y="1428945"/>
            <a:ext cx="306000" cy="265200"/>
          </a:xfrm>
          <a:prstGeom prst="hexagon">
            <a:avLst>
              <a:gd name="adj" fmla="val 25000"/>
              <a:gd name="vf" fmla="val 115470"/>
            </a:avLst>
          </a:prstGeom>
          <a:solidFill>
            <a:srgbClr val="F9CB9C"/>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 name="Google Shape;343;p13"/>
          <p:cNvSpPr/>
          <p:nvPr/>
        </p:nvSpPr>
        <p:spPr>
          <a:xfrm>
            <a:off x="4062685" y="680874"/>
            <a:ext cx="306000" cy="265200"/>
          </a:xfrm>
          <a:prstGeom prst="hexagon">
            <a:avLst>
              <a:gd name="adj" fmla="val 25000"/>
              <a:gd name="vf" fmla="val 115470"/>
            </a:avLst>
          </a:prstGeom>
          <a:solidFill>
            <a:srgbClr val="EA9999"/>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 name="Google Shape;344;p13"/>
          <p:cNvSpPr/>
          <p:nvPr/>
        </p:nvSpPr>
        <p:spPr>
          <a:xfrm>
            <a:off x="5311659" y="1827747"/>
            <a:ext cx="306000" cy="265200"/>
          </a:xfrm>
          <a:prstGeom prst="hexagon">
            <a:avLst>
              <a:gd name="adj" fmla="val 25000"/>
              <a:gd name="vf" fmla="val 115470"/>
            </a:avLst>
          </a:prstGeom>
          <a:solidFill>
            <a:srgbClr val="B6D7A8"/>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p13"/>
          <p:cNvSpPr/>
          <p:nvPr/>
        </p:nvSpPr>
        <p:spPr>
          <a:xfrm>
            <a:off x="5005591" y="767347"/>
            <a:ext cx="306000" cy="265200"/>
          </a:xfrm>
          <a:prstGeom prst="hexagon">
            <a:avLst>
              <a:gd name="adj" fmla="val 25000"/>
              <a:gd name="vf" fmla="val 115470"/>
            </a:avLst>
          </a:prstGeom>
          <a:solidFill>
            <a:srgbClr val="F9CB9C"/>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 name="Google Shape;346;p13"/>
          <p:cNvSpPr/>
          <p:nvPr/>
        </p:nvSpPr>
        <p:spPr>
          <a:xfrm>
            <a:off x="5378551" y="1189969"/>
            <a:ext cx="306000" cy="265200"/>
          </a:xfrm>
          <a:prstGeom prst="hexagon">
            <a:avLst>
              <a:gd name="adj" fmla="val 25000"/>
              <a:gd name="vf" fmla="val 115470"/>
            </a:avLst>
          </a:prstGeom>
          <a:solidFill>
            <a:srgbClr val="F9CB9C"/>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p13"/>
          <p:cNvSpPr/>
          <p:nvPr/>
        </p:nvSpPr>
        <p:spPr>
          <a:xfrm>
            <a:off x="4699523" y="2172167"/>
            <a:ext cx="306000" cy="265200"/>
          </a:xfrm>
          <a:prstGeom prst="hexagon">
            <a:avLst>
              <a:gd name="adj" fmla="val 25000"/>
              <a:gd name="vf" fmla="val 115470"/>
            </a:avLst>
          </a:prstGeom>
          <a:solidFill>
            <a:srgbClr val="F9CB9C"/>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 name="Google Shape;348;p13"/>
          <p:cNvSpPr/>
          <p:nvPr/>
        </p:nvSpPr>
        <p:spPr>
          <a:xfrm>
            <a:off x="6054250" y="2170531"/>
            <a:ext cx="306000" cy="265200"/>
          </a:xfrm>
          <a:prstGeom prst="hexagon">
            <a:avLst>
              <a:gd name="adj" fmla="val 25000"/>
              <a:gd name="vf" fmla="val 115470"/>
            </a:avLst>
          </a:prstGeom>
          <a:solidFill>
            <a:srgbClr val="B6D7A8"/>
          </a:solidFill>
          <a:ln w="381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49" name="Google Shape;349;p13"/>
          <p:cNvCxnSpPr>
            <a:stCxn id="335" idx="5"/>
            <a:endCxn id="338" idx="3"/>
          </p:cNvCxnSpPr>
          <p:nvPr/>
        </p:nvCxnSpPr>
        <p:spPr>
          <a:xfrm rot="10800000" flipH="1">
            <a:off x="2556925" y="1322485"/>
            <a:ext cx="716100" cy="281700"/>
          </a:xfrm>
          <a:prstGeom prst="straightConnector1">
            <a:avLst/>
          </a:prstGeom>
          <a:noFill/>
          <a:ln w="28575" cap="flat" cmpd="sng">
            <a:solidFill>
              <a:srgbClr val="B7B7B7"/>
            </a:solidFill>
            <a:prstDash val="solid"/>
            <a:round/>
            <a:headEnd type="none" w="sm" len="sm"/>
            <a:tailEnd type="stealth" w="med" len="med"/>
          </a:ln>
        </p:spPr>
      </p:cxnSp>
      <p:cxnSp>
        <p:nvCxnSpPr>
          <p:cNvPr id="350" name="Google Shape;350;p13"/>
          <p:cNvCxnSpPr>
            <a:stCxn id="335" idx="1"/>
            <a:endCxn id="337" idx="3"/>
          </p:cNvCxnSpPr>
          <p:nvPr/>
        </p:nvCxnSpPr>
        <p:spPr>
          <a:xfrm>
            <a:off x="2556925" y="1869385"/>
            <a:ext cx="410100" cy="566400"/>
          </a:xfrm>
          <a:prstGeom prst="straightConnector1">
            <a:avLst/>
          </a:prstGeom>
          <a:noFill/>
          <a:ln w="28575" cap="flat" cmpd="sng">
            <a:solidFill>
              <a:srgbClr val="B7B7B7"/>
            </a:solidFill>
            <a:prstDash val="solid"/>
            <a:round/>
            <a:headEnd type="none" w="sm" len="sm"/>
            <a:tailEnd type="stealth" w="med" len="med"/>
          </a:ln>
        </p:spPr>
      </p:cxnSp>
      <p:cxnSp>
        <p:nvCxnSpPr>
          <p:cNvPr id="351" name="Google Shape;351;p13"/>
          <p:cNvCxnSpPr>
            <a:stCxn id="338" idx="5"/>
            <a:endCxn id="343" idx="3"/>
          </p:cNvCxnSpPr>
          <p:nvPr/>
        </p:nvCxnSpPr>
        <p:spPr>
          <a:xfrm rot="10800000" flipH="1">
            <a:off x="3512728" y="813462"/>
            <a:ext cx="549900" cy="376500"/>
          </a:xfrm>
          <a:prstGeom prst="straightConnector1">
            <a:avLst/>
          </a:prstGeom>
          <a:noFill/>
          <a:ln w="28575" cap="flat" cmpd="sng">
            <a:solidFill>
              <a:srgbClr val="B7B7B7"/>
            </a:solidFill>
            <a:prstDash val="solid"/>
            <a:round/>
            <a:headEnd type="none" w="sm" len="sm"/>
            <a:tailEnd type="stealth" w="med" len="med"/>
          </a:ln>
        </p:spPr>
      </p:cxnSp>
      <p:cxnSp>
        <p:nvCxnSpPr>
          <p:cNvPr id="352" name="Google Shape;352;p13"/>
          <p:cNvCxnSpPr>
            <a:stCxn id="338" idx="1"/>
            <a:endCxn id="339" idx="3"/>
          </p:cNvCxnSpPr>
          <p:nvPr/>
        </p:nvCxnSpPr>
        <p:spPr>
          <a:xfrm>
            <a:off x="3512728" y="1455162"/>
            <a:ext cx="327600" cy="464700"/>
          </a:xfrm>
          <a:prstGeom prst="straightConnector1">
            <a:avLst/>
          </a:prstGeom>
          <a:noFill/>
          <a:ln w="28575" cap="flat" cmpd="sng">
            <a:solidFill>
              <a:srgbClr val="B7B7B7"/>
            </a:solidFill>
            <a:prstDash val="solid"/>
            <a:round/>
            <a:headEnd type="none" w="sm" len="sm"/>
            <a:tailEnd type="stealth" w="med" len="med"/>
          </a:ln>
        </p:spPr>
      </p:cxnSp>
      <p:cxnSp>
        <p:nvCxnSpPr>
          <p:cNvPr id="353" name="Google Shape;353;p13"/>
          <p:cNvCxnSpPr>
            <a:stCxn id="337" idx="1"/>
            <a:endCxn id="340" idx="3"/>
          </p:cNvCxnSpPr>
          <p:nvPr/>
        </p:nvCxnSpPr>
        <p:spPr>
          <a:xfrm>
            <a:off x="3206660" y="2568424"/>
            <a:ext cx="633600" cy="134100"/>
          </a:xfrm>
          <a:prstGeom prst="straightConnector1">
            <a:avLst/>
          </a:prstGeom>
          <a:noFill/>
          <a:ln w="28575" cap="flat" cmpd="sng">
            <a:solidFill>
              <a:srgbClr val="B7B7B7"/>
            </a:solidFill>
            <a:prstDash val="solid"/>
            <a:round/>
            <a:headEnd type="none" w="sm" len="sm"/>
            <a:tailEnd type="stealth" w="med" len="med"/>
          </a:ln>
        </p:spPr>
      </p:cxnSp>
      <p:cxnSp>
        <p:nvCxnSpPr>
          <p:cNvPr id="354" name="Google Shape;354;p13"/>
          <p:cNvCxnSpPr>
            <a:stCxn id="340" idx="0"/>
            <a:endCxn id="341" idx="3"/>
          </p:cNvCxnSpPr>
          <p:nvPr/>
        </p:nvCxnSpPr>
        <p:spPr>
          <a:xfrm>
            <a:off x="4146249" y="2702629"/>
            <a:ext cx="718500" cy="178500"/>
          </a:xfrm>
          <a:prstGeom prst="straightConnector1">
            <a:avLst/>
          </a:prstGeom>
          <a:noFill/>
          <a:ln w="28575" cap="flat" cmpd="sng">
            <a:solidFill>
              <a:srgbClr val="B7B7B7"/>
            </a:solidFill>
            <a:prstDash val="solid"/>
            <a:round/>
            <a:headEnd type="none" w="sm" len="sm"/>
            <a:tailEnd type="stealth" w="med" len="med"/>
          </a:ln>
        </p:spPr>
      </p:cxnSp>
      <p:cxnSp>
        <p:nvCxnSpPr>
          <p:cNvPr id="355" name="Google Shape;355;p13"/>
          <p:cNvCxnSpPr>
            <a:stCxn id="339" idx="1"/>
            <a:endCxn id="347" idx="3"/>
          </p:cNvCxnSpPr>
          <p:nvPr/>
        </p:nvCxnSpPr>
        <p:spPr>
          <a:xfrm>
            <a:off x="4079949" y="2052522"/>
            <a:ext cx="619500" cy="252300"/>
          </a:xfrm>
          <a:prstGeom prst="straightConnector1">
            <a:avLst/>
          </a:prstGeom>
          <a:noFill/>
          <a:ln w="28575" cap="flat" cmpd="sng">
            <a:solidFill>
              <a:srgbClr val="B7B7B7"/>
            </a:solidFill>
            <a:prstDash val="solid"/>
            <a:round/>
            <a:headEnd type="none" w="sm" len="sm"/>
            <a:tailEnd type="stealth" w="med" len="med"/>
          </a:ln>
        </p:spPr>
      </p:cxnSp>
      <p:cxnSp>
        <p:nvCxnSpPr>
          <p:cNvPr id="356" name="Google Shape;356;p13"/>
          <p:cNvCxnSpPr>
            <a:stCxn id="339" idx="5"/>
            <a:endCxn id="342" idx="3"/>
          </p:cNvCxnSpPr>
          <p:nvPr/>
        </p:nvCxnSpPr>
        <p:spPr>
          <a:xfrm rot="10800000" flipH="1">
            <a:off x="4079949" y="1561422"/>
            <a:ext cx="344700" cy="225900"/>
          </a:xfrm>
          <a:prstGeom prst="straightConnector1">
            <a:avLst/>
          </a:prstGeom>
          <a:noFill/>
          <a:ln w="28575" cap="flat" cmpd="sng">
            <a:solidFill>
              <a:srgbClr val="B7B7B7"/>
            </a:solidFill>
            <a:prstDash val="solid"/>
            <a:round/>
            <a:headEnd type="none" w="sm" len="sm"/>
            <a:tailEnd type="stealth" w="med" len="med"/>
          </a:ln>
        </p:spPr>
      </p:cxnSp>
      <p:cxnSp>
        <p:nvCxnSpPr>
          <p:cNvPr id="357" name="Google Shape;357;p13"/>
          <p:cNvCxnSpPr>
            <a:stCxn id="342" idx="5"/>
            <a:endCxn id="345" idx="3"/>
          </p:cNvCxnSpPr>
          <p:nvPr/>
        </p:nvCxnSpPr>
        <p:spPr>
          <a:xfrm rot="10800000" flipH="1">
            <a:off x="4664256" y="900045"/>
            <a:ext cx="341400" cy="528900"/>
          </a:xfrm>
          <a:prstGeom prst="straightConnector1">
            <a:avLst/>
          </a:prstGeom>
          <a:noFill/>
          <a:ln w="28575" cap="flat" cmpd="sng">
            <a:solidFill>
              <a:srgbClr val="B7B7B7"/>
            </a:solidFill>
            <a:prstDash val="solid"/>
            <a:round/>
            <a:headEnd type="none" w="sm" len="sm"/>
            <a:tailEnd type="stealth" w="med" len="med"/>
          </a:ln>
        </p:spPr>
      </p:cxnSp>
      <p:cxnSp>
        <p:nvCxnSpPr>
          <p:cNvPr id="358" name="Google Shape;358;p13"/>
          <p:cNvCxnSpPr>
            <a:stCxn id="342" idx="0"/>
            <a:endCxn id="346" idx="3"/>
          </p:cNvCxnSpPr>
          <p:nvPr/>
        </p:nvCxnSpPr>
        <p:spPr>
          <a:xfrm rot="10800000" flipH="1">
            <a:off x="4730556" y="1322445"/>
            <a:ext cx="648000" cy="239100"/>
          </a:xfrm>
          <a:prstGeom prst="straightConnector1">
            <a:avLst/>
          </a:prstGeom>
          <a:noFill/>
          <a:ln w="28575" cap="flat" cmpd="sng">
            <a:solidFill>
              <a:srgbClr val="B7B7B7"/>
            </a:solidFill>
            <a:prstDash val="solid"/>
            <a:round/>
            <a:headEnd type="none" w="sm" len="sm"/>
            <a:tailEnd type="stealth" w="med" len="med"/>
          </a:ln>
        </p:spPr>
      </p:cxnSp>
      <p:cxnSp>
        <p:nvCxnSpPr>
          <p:cNvPr id="359" name="Google Shape;359;p13"/>
          <p:cNvCxnSpPr>
            <a:stCxn id="342" idx="1"/>
            <a:endCxn id="344" idx="3"/>
          </p:cNvCxnSpPr>
          <p:nvPr/>
        </p:nvCxnSpPr>
        <p:spPr>
          <a:xfrm>
            <a:off x="4664256" y="1694145"/>
            <a:ext cx="647400" cy="266100"/>
          </a:xfrm>
          <a:prstGeom prst="straightConnector1">
            <a:avLst/>
          </a:prstGeom>
          <a:noFill/>
          <a:ln w="28575" cap="flat" cmpd="sng">
            <a:solidFill>
              <a:srgbClr val="B7B7B7"/>
            </a:solidFill>
            <a:prstDash val="solid"/>
            <a:round/>
            <a:headEnd type="none" w="sm" len="sm"/>
            <a:tailEnd type="stealth" w="med" len="med"/>
          </a:ln>
        </p:spPr>
      </p:cxnSp>
      <p:cxnSp>
        <p:nvCxnSpPr>
          <p:cNvPr id="360" name="Google Shape;360;p13"/>
          <p:cNvCxnSpPr>
            <a:stCxn id="346" idx="0"/>
            <a:endCxn id="336" idx="3"/>
          </p:cNvCxnSpPr>
          <p:nvPr/>
        </p:nvCxnSpPr>
        <p:spPr>
          <a:xfrm>
            <a:off x="5684551" y="1322569"/>
            <a:ext cx="712200" cy="140700"/>
          </a:xfrm>
          <a:prstGeom prst="straightConnector1">
            <a:avLst/>
          </a:prstGeom>
          <a:noFill/>
          <a:ln w="28575" cap="flat" cmpd="sng">
            <a:solidFill>
              <a:srgbClr val="B7B7B7"/>
            </a:solidFill>
            <a:prstDash val="solid"/>
            <a:round/>
            <a:headEnd type="none" w="sm" len="sm"/>
            <a:tailEnd type="stealth" w="med" len="med"/>
          </a:ln>
        </p:spPr>
      </p:cxnSp>
      <p:cxnSp>
        <p:nvCxnSpPr>
          <p:cNvPr id="361" name="Google Shape;361;p13"/>
          <p:cNvCxnSpPr>
            <a:stCxn id="344" idx="1"/>
            <a:endCxn id="348" idx="3"/>
          </p:cNvCxnSpPr>
          <p:nvPr/>
        </p:nvCxnSpPr>
        <p:spPr>
          <a:xfrm>
            <a:off x="5551359" y="2092947"/>
            <a:ext cx="502800" cy="210300"/>
          </a:xfrm>
          <a:prstGeom prst="straightConnector1">
            <a:avLst/>
          </a:prstGeom>
          <a:noFill/>
          <a:ln w="28575" cap="flat" cmpd="sng">
            <a:solidFill>
              <a:srgbClr val="B7B7B7"/>
            </a:solidFill>
            <a:prstDash val="solid"/>
            <a:round/>
            <a:headEnd type="none" w="sm" len="sm"/>
            <a:tailEnd type="stealth" w="med" len="med"/>
          </a:ln>
        </p:spPr>
      </p:cxnSp>
      <p:sp>
        <p:nvSpPr>
          <p:cNvPr id="362" name="Google Shape;362;p13"/>
          <p:cNvSpPr/>
          <p:nvPr/>
        </p:nvSpPr>
        <p:spPr>
          <a:xfrm>
            <a:off x="3596496" y="1607441"/>
            <a:ext cx="141300" cy="134100"/>
          </a:xfrm>
          <a:prstGeom prst="star5">
            <a:avLst>
              <a:gd name="adj" fmla="val 19098"/>
              <a:gd name="hf" fmla="val 105146"/>
              <a:gd name="vf" fmla="val 110557"/>
            </a:avLst>
          </a:prstGeom>
          <a:solidFill>
            <a:srgbClr val="66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 name="Google Shape;363;p13"/>
          <p:cNvSpPr/>
          <p:nvPr/>
        </p:nvSpPr>
        <p:spPr>
          <a:xfrm>
            <a:off x="4873717" y="1733506"/>
            <a:ext cx="141300" cy="134100"/>
          </a:xfrm>
          <a:prstGeom prst="star5">
            <a:avLst>
              <a:gd name="adj" fmla="val 19098"/>
              <a:gd name="hf" fmla="val 105146"/>
              <a:gd name="vf" fmla="val 110557"/>
            </a:avLst>
          </a:prstGeom>
          <a:solidFill>
            <a:srgbClr val="66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 name="Google Shape;364;p13"/>
          <p:cNvSpPr/>
          <p:nvPr/>
        </p:nvSpPr>
        <p:spPr>
          <a:xfrm>
            <a:off x="2317225" y="3472625"/>
            <a:ext cx="4362250" cy="809850"/>
          </a:xfrm>
          <a:custGeom>
            <a:avLst/>
            <a:gdLst/>
            <a:ahLst/>
            <a:cxnLst/>
            <a:rect l="l" t="t" r="r" b="b"/>
            <a:pathLst>
              <a:path w="174490" h="32394" extrusionOk="0">
                <a:moveTo>
                  <a:pt x="0" y="25695"/>
                </a:moveTo>
                <a:lnTo>
                  <a:pt x="6867" y="24212"/>
                </a:lnTo>
                <a:lnTo>
                  <a:pt x="18580" y="19766"/>
                </a:lnTo>
                <a:lnTo>
                  <a:pt x="25850" y="16306"/>
                </a:lnTo>
                <a:lnTo>
                  <a:pt x="37564" y="10871"/>
                </a:lnTo>
                <a:lnTo>
                  <a:pt x="48470" y="5436"/>
                </a:lnTo>
                <a:lnTo>
                  <a:pt x="59375" y="3459"/>
                </a:lnTo>
                <a:lnTo>
                  <a:pt x="74320" y="988"/>
                </a:lnTo>
                <a:lnTo>
                  <a:pt x="85226" y="988"/>
                </a:lnTo>
                <a:lnTo>
                  <a:pt x="102593" y="0"/>
                </a:lnTo>
                <a:lnTo>
                  <a:pt x="110332" y="4750"/>
                </a:lnTo>
                <a:lnTo>
                  <a:pt x="124380" y="10189"/>
                </a:lnTo>
                <a:lnTo>
                  <a:pt x="139335" y="10642"/>
                </a:lnTo>
                <a:lnTo>
                  <a:pt x="147492" y="13361"/>
                </a:lnTo>
                <a:lnTo>
                  <a:pt x="156555" y="16080"/>
                </a:lnTo>
                <a:lnTo>
                  <a:pt x="174490" y="5929"/>
                </a:lnTo>
                <a:lnTo>
                  <a:pt x="155506" y="15813"/>
                </a:lnTo>
                <a:lnTo>
                  <a:pt x="128040" y="16801"/>
                </a:lnTo>
                <a:lnTo>
                  <a:pt x="96939" y="13835"/>
                </a:lnTo>
                <a:lnTo>
                  <a:pt x="86841" y="12847"/>
                </a:lnTo>
                <a:lnTo>
                  <a:pt x="64626" y="16306"/>
                </a:lnTo>
                <a:lnTo>
                  <a:pt x="55740" y="21248"/>
                </a:lnTo>
                <a:lnTo>
                  <a:pt x="48247" y="26050"/>
                </a:lnTo>
                <a:lnTo>
                  <a:pt x="33293" y="31034"/>
                </a:lnTo>
                <a:lnTo>
                  <a:pt x="21510" y="32394"/>
                </a:lnTo>
                <a:lnTo>
                  <a:pt x="11541" y="31034"/>
                </a:lnTo>
                <a:close/>
              </a:path>
            </a:pathLst>
          </a:custGeom>
          <a:solidFill>
            <a:srgbClr val="EA9999"/>
          </a:solidFill>
          <a:ln>
            <a:noFill/>
          </a:ln>
        </p:spPr>
        <p:txBody>
          <a:bodyPr/>
          <a:lstStyle/>
          <a:p>
            <a:endParaRPr lang="en-US"/>
          </a:p>
        </p:txBody>
      </p:sp>
      <p:sp>
        <p:nvSpPr>
          <p:cNvPr id="365" name="Google Shape;365;p13"/>
          <p:cNvSpPr/>
          <p:nvPr/>
        </p:nvSpPr>
        <p:spPr>
          <a:xfrm>
            <a:off x="3908950" y="3146475"/>
            <a:ext cx="2793927" cy="1382175"/>
          </a:xfrm>
          <a:custGeom>
            <a:avLst/>
            <a:gdLst/>
            <a:ahLst/>
            <a:cxnLst/>
            <a:rect l="l" t="t" r="r" b="b"/>
            <a:pathLst>
              <a:path w="113103" h="55287" extrusionOk="0">
                <a:moveTo>
                  <a:pt x="0" y="25974"/>
                </a:moveTo>
                <a:lnTo>
                  <a:pt x="15641" y="20989"/>
                </a:lnTo>
                <a:lnTo>
                  <a:pt x="29441" y="18270"/>
                </a:lnTo>
                <a:lnTo>
                  <a:pt x="37271" y="18467"/>
                </a:lnTo>
                <a:lnTo>
                  <a:pt x="49728" y="22455"/>
                </a:lnTo>
                <a:lnTo>
                  <a:pt x="64601" y="20846"/>
                </a:lnTo>
                <a:lnTo>
                  <a:pt x="78637" y="21753"/>
                </a:lnTo>
                <a:lnTo>
                  <a:pt x="90121" y="20846"/>
                </a:lnTo>
                <a:lnTo>
                  <a:pt x="99478" y="14049"/>
                </a:lnTo>
                <a:lnTo>
                  <a:pt x="104545" y="10488"/>
                </a:lnTo>
                <a:lnTo>
                  <a:pt x="113103" y="0"/>
                </a:lnTo>
                <a:lnTo>
                  <a:pt x="113103" y="55287"/>
                </a:lnTo>
                <a:lnTo>
                  <a:pt x="104958" y="52377"/>
                </a:lnTo>
                <a:lnTo>
                  <a:pt x="90424" y="46392"/>
                </a:lnTo>
                <a:lnTo>
                  <a:pt x="70077" y="41406"/>
                </a:lnTo>
                <a:lnTo>
                  <a:pt x="56373" y="35421"/>
                </a:lnTo>
                <a:lnTo>
                  <a:pt x="43915" y="32428"/>
                </a:lnTo>
                <a:lnTo>
                  <a:pt x="27661" y="24141"/>
                </a:lnTo>
                <a:lnTo>
                  <a:pt x="19957" y="23688"/>
                </a:lnTo>
                <a:lnTo>
                  <a:pt x="11800" y="25047"/>
                </a:lnTo>
                <a:close/>
              </a:path>
            </a:pathLst>
          </a:custGeom>
          <a:solidFill>
            <a:srgbClr val="F9CB9C"/>
          </a:solidFill>
          <a:ln>
            <a:noFill/>
          </a:ln>
        </p:spPr>
        <p:txBody>
          <a:bodyPr/>
          <a:lstStyle/>
          <a:p>
            <a:endParaRPr lang="en-US"/>
          </a:p>
        </p:txBody>
      </p:sp>
      <p:sp>
        <p:nvSpPr>
          <p:cNvPr id="366" name="Google Shape;366;p13"/>
          <p:cNvSpPr/>
          <p:nvPr/>
        </p:nvSpPr>
        <p:spPr>
          <a:xfrm>
            <a:off x="5306875" y="3874650"/>
            <a:ext cx="1396059" cy="936740"/>
          </a:xfrm>
          <a:custGeom>
            <a:avLst/>
            <a:gdLst/>
            <a:ahLst/>
            <a:cxnLst/>
            <a:rect l="l" t="t" r="r" b="b"/>
            <a:pathLst>
              <a:path w="58006" h="31797" extrusionOk="0">
                <a:moveTo>
                  <a:pt x="0" y="0"/>
                </a:moveTo>
                <a:lnTo>
                  <a:pt x="33329" y="9191"/>
                </a:lnTo>
                <a:lnTo>
                  <a:pt x="51512" y="12295"/>
                </a:lnTo>
                <a:lnTo>
                  <a:pt x="58006" y="14511"/>
                </a:lnTo>
                <a:lnTo>
                  <a:pt x="58006" y="31797"/>
                </a:lnTo>
                <a:lnTo>
                  <a:pt x="52810" y="25149"/>
                </a:lnTo>
                <a:lnTo>
                  <a:pt x="46317" y="19387"/>
                </a:lnTo>
                <a:lnTo>
                  <a:pt x="33763" y="14067"/>
                </a:lnTo>
                <a:lnTo>
                  <a:pt x="22205" y="9516"/>
                </a:lnTo>
                <a:lnTo>
                  <a:pt x="13595" y="6797"/>
                </a:lnTo>
                <a:close/>
              </a:path>
            </a:pathLst>
          </a:custGeom>
          <a:solidFill>
            <a:srgbClr val="B6D7A8"/>
          </a:solidFill>
          <a:ln>
            <a:noFill/>
          </a:ln>
        </p:spPr>
        <p:txBody>
          <a:bodyPr/>
          <a:lstStyle/>
          <a:p>
            <a:endParaRPr lang="en-US"/>
          </a:p>
        </p:txBody>
      </p:sp>
      <p:cxnSp>
        <p:nvCxnSpPr>
          <p:cNvPr id="367" name="Google Shape;367;p13"/>
          <p:cNvCxnSpPr>
            <a:endCxn id="335" idx="3"/>
          </p:cNvCxnSpPr>
          <p:nvPr/>
        </p:nvCxnSpPr>
        <p:spPr>
          <a:xfrm rot="10800000">
            <a:off x="2317225" y="1736785"/>
            <a:ext cx="0" cy="1454100"/>
          </a:xfrm>
          <a:prstGeom prst="straightConnector1">
            <a:avLst/>
          </a:prstGeom>
          <a:noFill/>
          <a:ln w="38100" cap="flat" cmpd="sng">
            <a:solidFill>
              <a:srgbClr val="999999"/>
            </a:solidFill>
            <a:prstDash val="dot"/>
            <a:round/>
            <a:headEnd type="none" w="sm" len="sm"/>
            <a:tailEnd type="none" w="sm" len="sm"/>
          </a:ln>
        </p:spPr>
      </p:cxnSp>
      <p:cxnSp>
        <p:nvCxnSpPr>
          <p:cNvPr id="368" name="Google Shape;368;p13"/>
          <p:cNvCxnSpPr/>
          <p:nvPr/>
        </p:nvCxnSpPr>
        <p:spPr>
          <a:xfrm flipH="1">
            <a:off x="6702884" y="1463338"/>
            <a:ext cx="10200" cy="1699500"/>
          </a:xfrm>
          <a:prstGeom prst="straightConnector1">
            <a:avLst/>
          </a:prstGeom>
          <a:noFill/>
          <a:ln w="38100" cap="flat" cmpd="sng">
            <a:solidFill>
              <a:srgbClr val="999999"/>
            </a:solidFill>
            <a:prstDash val="dot"/>
            <a:round/>
            <a:headEnd type="none" w="sm" len="sm"/>
            <a:tailEnd type="none" w="sm" len="sm"/>
          </a:ln>
        </p:spPr>
      </p:cxnSp>
      <p:sp>
        <p:nvSpPr>
          <p:cNvPr id="369" name="Google Shape;369;p13"/>
          <p:cNvSpPr txBox="1"/>
          <p:nvPr/>
        </p:nvSpPr>
        <p:spPr>
          <a:xfrm>
            <a:off x="221450" y="3787350"/>
            <a:ext cx="22146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Single person’s infection</a:t>
            </a:r>
            <a:endParaRPr sz="1400" b="0" i="0" u="none" strike="noStrike" cap="none">
              <a:solidFill>
                <a:srgbClr val="000000"/>
              </a:solidFill>
              <a:latin typeface="Lato"/>
              <a:ea typeface="Lato"/>
              <a:cs typeface="Lato"/>
              <a:sym typeface="Lato"/>
            </a:endParaRPr>
          </a:p>
        </p:txBody>
      </p:sp>
      <p:sp>
        <p:nvSpPr>
          <p:cNvPr id="370" name="Google Shape;370;p13"/>
          <p:cNvSpPr txBox="1"/>
          <p:nvPr/>
        </p:nvSpPr>
        <p:spPr>
          <a:xfrm>
            <a:off x="2807250" y="1477650"/>
            <a:ext cx="8448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mutation</a:t>
            </a:r>
            <a:endParaRPr sz="1200" b="0" i="0" u="none" strike="noStrike" cap="none">
              <a:solidFill>
                <a:srgbClr val="000000"/>
              </a:solidFill>
              <a:latin typeface="Lato"/>
              <a:ea typeface="Lato"/>
              <a:cs typeface="Lato"/>
              <a:sym typeface="Lato"/>
            </a:endParaRPr>
          </a:p>
        </p:txBody>
      </p:sp>
      <p:sp>
        <p:nvSpPr>
          <p:cNvPr id="371" name="Google Shape;371;p13"/>
          <p:cNvSpPr txBox="1"/>
          <p:nvPr/>
        </p:nvSpPr>
        <p:spPr>
          <a:xfrm>
            <a:off x="4988913" y="1530050"/>
            <a:ext cx="8448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mutation</a:t>
            </a:r>
            <a:endParaRPr sz="1200" b="0" i="0" u="none" strike="noStrike" cap="none">
              <a:solidFill>
                <a:srgbClr val="000000"/>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14"/>
          <p:cNvSpPr/>
          <p:nvPr/>
        </p:nvSpPr>
        <p:spPr>
          <a:xfrm>
            <a:off x="5162285" y="2662015"/>
            <a:ext cx="206400" cy="1866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p14"/>
          <p:cNvSpPr/>
          <p:nvPr/>
        </p:nvSpPr>
        <p:spPr>
          <a:xfrm>
            <a:off x="3324149" y="590218"/>
            <a:ext cx="2313900" cy="1499700"/>
          </a:xfrm>
          <a:prstGeom prst="rect">
            <a:avLst/>
          </a:prstGeom>
          <a:solidFill>
            <a:srgbClr val="EFEFEF"/>
          </a:solidFill>
          <a:ln w="381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 name="Google Shape;378;p14"/>
          <p:cNvSpPr/>
          <p:nvPr/>
        </p:nvSpPr>
        <p:spPr>
          <a:xfrm>
            <a:off x="3324149" y="871542"/>
            <a:ext cx="2296288" cy="737044"/>
          </a:xfrm>
          <a:custGeom>
            <a:avLst/>
            <a:gdLst/>
            <a:ahLst/>
            <a:cxnLst/>
            <a:rect l="l" t="t" r="r" b="b"/>
            <a:pathLst>
              <a:path w="174490" h="32394" extrusionOk="0">
                <a:moveTo>
                  <a:pt x="0" y="25695"/>
                </a:moveTo>
                <a:lnTo>
                  <a:pt x="6867" y="24212"/>
                </a:lnTo>
                <a:lnTo>
                  <a:pt x="18580" y="19766"/>
                </a:lnTo>
                <a:lnTo>
                  <a:pt x="25850" y="16306"/>
                </a:lnTo>
                <a:lnTo>
                  <a:pt x="37564" y="10871"/>
                </a:lnTo>
                <a:lnTo>
                  <a:pt x="48470" y="5436"/>
                </a:lnTo>
                <a:lnTo>
                  <a:pt x="59375" y="3459"/>
                </a:lnTo>
                <a:lnTo>
                  <a:pt x="74320" y="988"/>
                </a:lnTo>
                <a:lnTo>
                  <a:pt x="85226" y="988"/>
                </a:lnTo>
                <a:lnTo>
                  <a:pt x="102593" y="0"/>
                </a:lnTo>
                <a:lnTo>
                  <a:pt x="110332" y="4750"/>
                </a:lnTo>
                <a:lnTo>
                  <a:pt x="124380" y="10189"/>
                </a:lnTo>
                <a:lnTo>
                  <a:pt x="139335" y="10642"/>
                </a:lnTo>
                <a:lnTo>
                  <a:pt x="147492" y="13361"/>
                </a:lnTo>
                <a:lnTo>
                  <a:pt x="156555" y="16080"/>
                </a:lnTo>
                <a:lnTo>
                  <a:pt x="174490" y="5929"/>
                </a:lnTo>
                <a:lnTo>
                  <a:pt x="155506" y="15813"/>
                </a:lnTo>
                <a:lnTo>
                  <a:pt x="128040" y="16801"/>
                </a:lnTo>
                <a:lnTo>
                  <a:pt x="96939" y="13835"/>
                </a:lnTo>
                <a:lnTo>
                  <a:pt x="86841" y="12847"/>
                </a:lnTo>
                <a:lnTo>
                  <a:pt x="64626" y="16306"/>
                </a:lnTo>
                <a:lnTo>
                  <a:pt x="55740" y="21248"/>
                </a:lnTo>
                <a:lnTo>
                  <a:pt x="48247" y="26050"/>
                </a:lnTo>
                <a:lnTo>
                  <a:pt x="33293" y="31034"/>
                </a:lnTo>
                <a:lnTo>
                  <a:pt x="21510" y="32394"/>
                </a:lnTo>
                <a:lnTo>
                  <a:pt x="11541" y="31034"/>
                </a:lnTo>
                <a:close/>
              </a:path>
            </a:pathLst>
          </a:custGeom>
          <a:solidFill>
            <a:srgbClr val="EA9999"/>
          </a:solidFill>
          <a:ln>
            <a:noFill/>
          </a:ln>
        </p:spPr>
        <p:txBody>
          <a:bodyPr/>
          <a:lstStyle/>
          <a:p>
            <a:endParaRPr lang="en-US"/>
          </a:p>
        </p:txBody>
      </p:sp>
      <p:sp>
        <p:nvSpPr>
          <p:cNvPr id="379" name="Google Shape;379;p14"/>
          <p:cNvSpPr/>
          <p:nvPr/>
        </p:nvSpPr>
        <p:spPr>
          <a:xfrm>
            <a:off x="4162098" y="574724"/>
            <a:ext cx="1470905" cy="1257917"/>
          </a:xfrm>
          <a:custGeom>
            <a:avLst/>
            <a:gdLst/>
            <a:ahLst/>
            <a:cxnLst/>
            <a:rect l="l" t="t" r="r" b="b"/>
            <a:pathLst>
              <a:path w="113103" h="55287" extrusionOk="0">
                <a:moveTo>
                  <a:pt x="0" y="25974"/>
                </a:moveTo>
                <a:lnTo>
                  <a:pt x="15641" y="20989"/>
                </a:lnTo>
                <a:lnTo>
                  <a:pt x="29441" y="18270"/>
                </a:lnTo>
                <a:lnTo>
                  <a:pt x="37271" y="18467"/>
                </a:lnTo>
                <a:lnTo>
                  <a:pt x="49728" y="22455"/>
                </a:lnTo>
                <a:lnTo>
                  <a:pt x="64601" y="20846"/>
                </a:lnTo>
                <a:lnTo>
                  <a:pt x="78637" y="21753"/>
                </a:lnTo>
                <a:lnTo>
                  <a:pt x="90121" y="20846"/>
                </a:lnTo>
                <a:lnTo>
                  <a:pt x="99478" y="14049"/>
                </a:lnTo>
                <a:lnTo>
                  <a:pt x="104545" y="10488"/>
                </a:lnTo>
                <a:lnTo>
                  <a:pt x="113103" y="0"/>
                </a:lnTo>
                <a:lnTo>
                  <a:pt x="113103" y="55287"/>
                </a:lnTo>
                <a:lnTo>
                  <a:pt x="104958" y="52377"/>
                </a:lnTo>
                <a:lnTo>
                  <a:pt x="90424" y="46392"/>
                </a:lnTo>
                <a:lnTo>
                  <a:pt x="70077" y="41406"/>
                </a:lnTo>
                <a:lnTo>
                  <a:pt x="56373" y="35421"/>
                </a:lnTo>
                <a:lnTo>
                  <a:pt x="43915" y="32428"/>
                </a:lnTo>
                <a:lnTo>
                  <a:pt x="27661" y="24141"/>
                </a:lnTo>
                <a:lnTo>
                  <a:pt x="19957" y="23688"/>
                </a:lnTo>
                <a:lnTo>
                  <a:pt x="11800" y="25047"/>
                </a:lnTo>
                <a:close/>
              </a:path>
            </a:pathLst>
          </a:custGeom>
          <a:solidFill>
            <a:srgbClr val="F9CB9C"/>
          </a:solidFill>
          <a:ln>
            <a:noFill/>
          </a:ln>
        </p:spPr>
        <p:txBody>
          <a:bodyPr/>
          <a:lstStyle/>
          <a:p>
            <a:endParaRPr lang="en-US"/>
          </a:p>
        </p:txBody>
      </p:sp>
      <p:sp>
        <p:nvSpPr>
          <p:cNvPr id="380" name="Google Shape;380;p14"/>
          <p:cNvSpPr/>
          <p:nvPr/>
        </p:nvSpPr>
        <p:spPr>
          <a:xfrm>
            <a:off x="4898022" y="1237412"/>
            <a:ext cx="734936" cy="852478"/>
          </a:xfrm>
          <a:custGeom>
            <a:avLst/>
            <a:gdLst/>
            <a:ahLst/>
            <a:cxnLst/>
            <a:rect l="l" t="t" r="r" b="b"/>
            <a:pathLst>
              <a:path w="58006" h="31797" extrusionOk="0">
                <a:moveTo>
                  <a:pt x="0" y="0"/>
                </a:moveTo>
                <a:lnTo>
                  <a:pt x="33329" y="9191"/>
                </a:lnTo>
                <a:lnTo>
                  <a:pt x="51512" y="12295"/>
                </a:lnTo>
                <a:lnTo>
                  <a:pt x="58006" y="14511"/>
                </a:lnTo>
                <a:lnTo>
                  <a:pt x="58006" y="31797"/>
                </a:lnTo>
                <a:lnTo>
                  <a:pt x="52810" y="25149"/>
                </a:lnTo>
                <a:lnTo>
                  <a:pt x="46317" y="19387"/>
                </a:lnTo>
                <a:lnTo>
                  <a:pt x="33763" y="14067"/>
                </a:lnTo>
                <a:lnTo>
                  <a:pt x="22205" y="9516"/>
                </a:lnTo>
                <a:lnTo>
                  <a:pt x="13595" y="6797"/>
                </a:lnTo>
                <a:close/>
              </a:path>
            </a:pathLst>
          </a:custGeom>
          <a:solidFill>
            <a:srgbClr val="B6D7A8"/>
          </a:solidFill>
          <a:ln>
            <a:noFill/>
          </a:ln>
        </p:spPr>
        <p:txBody>
          <a:bodyPr/>
          <a:lstStyle/>
          <a:p>
            <a:endParaRPr lang="en-US"/>
          </a:p>
        </p:txBody>
      </p:sp>
      <p:sp>
        <p:nvSpPr>
          <p:cNvPr id="381" name="Google Shape;381;p14"/>
          <p:cNvSpPr/>
          <p:nvPr/>
        </p:nvSpPr>
        <p:spPr>
          <a:xfrm>
            <a:off x="5265495" y="3068293"/>
            <a:ext cx="2313900" cy="1499700"/>
          </a:xfrm>
          <a:prstGeom prst="rect">
            <a:avLst/>
          </a:prstGeom>
          <a:solidFill>
            <a:srgbClr val="EFEFEF"/>
          </a:solidFill>
          <a:ln w="381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 name="Google Shape;382;p14"/>
          <p:cNvSpPr/>
          <p:nvPr/>
        </p:nvSpPr>
        <p:spPr>
          <a:xfrm>
            <a:off x="5291594" y="3076048"/>
            <a:ext cx="2282984" cy="1355637"/>
          </a:xfrm>
          <a:custGeom>
            <a:avLst/>
            <a:gdLst/>
            <a:ahLst/>
            <a:cxnLst/>
            <a:rect l="l" t="t" r="r" b="b"/>
            <a:pathLst>
              <a:path w="113103" h="55287" extrusionOk="0">
                <a:moveTo>
                  <a:pt x="0" y="25974"/>
                </a:moveTo>
                <a:lnTo>
                  <a:pt x="15641" y="20989"/>
                </a:lnTo>
                <a:lnTo>
                  <a:pt x="29441" y="18270"/>
                </a:lnTo>
                <a:lnTo>
                  <a:pt x="37271" y="18467"/>
                </a:lnTo>
                <a:lnTo>
                  <a:pt x="49728" y="22455"/>
                </a:lnTo>
                <a:lnTo>
                  <a:pt x="64601" y="20846"/>
                </a:lnTo>
                <a:lnTo>
                  <a:pt x="78637" y="21753"/>
                </a:lnTo>
                <a:lnTo>
                  <a:pt x="90121" y="20846"/>
                </a:lnTo>
                <a:lnTo>
                  <a:pt x="99478" y="14049"/>
                </a:lnTo>
                <a:lnTo>
                  <a:pt x="104545" y="10488"/>
                </a:lnTo>
                <a:lnTo>
                  <a:pt x="113103" y="0"/>
                </a:lnTo>
                <a:lnTo>
                  <a:pt x="113103" y="55287"/>
                </a:lnTo>
                <a:lnTo>
                  <a:pt x="104958" y="52377"/>
                </a:lnTo>
                <a:lnTo>
                  <a:pt x="90424" y="46392"/>
                </a:lnTo>
                <a:lnTo>
                  <a:pt x="70077" y="41406"/>
                </a:lnTo>
                <a:lnTo>
                  <a:pt x="56373" y="35421"/>
                </a:lnTo>
                <a:lnTo>
                  <a:pt x="43915" y="32428"/>
                </a:lnTo>
                <a:lnTo>
                  <a:pt x="27661" y="24141"/>
                </a:lnTo>
                <a:lnTo>
                  <a:pt x="19957" y="23688"/>
                </a:lnTo>
                <a:lnTo>
                  <a:pt x="11800" y="25047"/>
                </a:lnTo>
                <a:close/>
              </a:path>
            </a:pathLst>
          </a:custGeom>
          <a:solidFill>
            <a:srgbClr val="F9CB9C"/>
          </a:solidFill>
          <a:ln>
            <a:noFill/>
          </a:ln>
        </p:spPr>
        <p:txBody>
          <a:bodyPr/>
          <a:lstStyle/>
          <a:p>
            <a:endParaRPr lang="en-US"/>
          </a:p>
        </p:txBody>
      </p:sp>
      <p:sp>
        <p:nvSpPr>
          <p:cNvPr id="383" name="Google Shape;383;p14"/>
          <p:cNvSpPr/>
          <p:nvPr/>
        </p:nvSpPr>
        <p:spPr>
          <a:xfrm>
            <a:off x="6633691" y="3817541"/>
            <a:ext cx="952831" cy="750420"/>
          </a:xfrm>
          <a:custGeom>
            <a:avLst/>
            <a:gdLst/>
            <a:ahLst/>
            <a:cxnLst/>
            <a:rect l="l" t="t" r="r" b="b"/>
            <a:pathLst>
              <a:path w="41800" h="32924" extrusionOk="0">
                <a:moveTo>
                  <a:pt x="0" y="586"/>
                </a:moveTo>
                <a:lnTo>
                  <a:pt x="24579" y="5439"/>
                </a:lnTo>
                <a:lnTo>
                  <a:pt x="37268" y="3626"/>
                </a:lnTo>
                <a:lnTo>
                  <a:pt x="41800" y="0"/>
                </a:lnTo>
                <a:lnTo>
                  <a:pt x="41271" y="32924"/>
                </a:lnTo>
                <a:lnTo>
                  <a:pt x="37574" y="26163"/>
                </a:lnTo>
                <a:lnTo>
                  <a:pt x="32954" y="20303"/>
                </a:lnTo>
                <a:lnTo>
                  <a:pt x="24022" y="14893"/>
                </a:lnTo>
                <a:lnTo>
                  <a:pt x="15799" y="10264"/>
                </a:lnTo>
                <a:lnTo>
                  <a:pt x="9673" y="7499"/>
                </a:lnTo>
                <a:close/>
              </a:path>
            </a:pathLst>
          </a:custGeom>
          <a:solidFill>
            <a:srgbClr val="A4C2F4"/>
          </a:solidFill>
          <a:ln>
            <a:noFill/>
          </a:ln>
        </p:spPr>
        <p:txBody>
          <a:bodyPr/>
          <a:lstStyle/>
          <a:p>
            <a:endParaRPr lang="en-US"/>
          </a:p>
        </p:txBody>
      </p:sp>
      <p:sp>
        <p:nvSpPr>
          <p:cNvPr id="384" name="Google Shape;384;p14"/>
          <p:cNvSpPr txBox="1"/>
          <p:nvPr/>
        </p:nvSpPr>
        <p:spPr>
          <a:xfrm>
            <a:off x="825904" y="486300"/>
            <a:ext cx="2415900" cy="67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Lato"/>
                <a:ea typeface="Lato"/>
                <a:cs typeface="Lato"/>
                <a:sym typeface="Lato"/>
              </a:rPr>
              <a:t>Viral diversity accruing over infection.</a:t>
            </a:r>
            <a:endParaRPr sz="1600" b="0" i="0" u="none" strike="noStrike" cap="none">
              <a:solidFill>
                <a:srgbClr val="000000"/>
              </a:solidFill>
              <a:latin typeface="Lato"/>
              <a:ea typeface="Lato"/>
              <a:cs typeface="Lato"/>
              <a:sym typeface="Lato"/>
            </a:endParaRPr>
          </a:p>
        </p:txBody>
      </p:sp>
      <p:sp>
        <p:nvSpPr>
          <p:cNvPr id="385" name="Google Shape;385;p14"/>
          <p:cNvSpPr txBox="1"/>
          <p:nvPr/>
        </p:nvSpPr>
        <p:spPr>
          <a:xfrm>
            <a:off x="4994342" y="80750"/>
            <a:ext cx="14076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Lato"/>
                <a:ea typeface="Lato"/>
                <a:cs typeface="Lato"/>
                <a:sym typeface="Lato"/>
              </a:rPr>
              <a:t>Infection event</a:t>
            </a:r>
            <a:endParaRPr sz="1400" b="1" i="0" u="none" strike="noStrike" cap="none">
              <a:solidFill>
                <a:srgbClr val="000000"/>
              </a:solidFill>
              <a:latin typeface="Lato"/>
              <a:ea typeface="Lato"/>
              <a:cs typeface="Lato"/>
              <a:sym typeface="Lato"/>
            </a:endParaRPr>
          </a:p>
        </p:txBody>
      </p:sp>
      <p:cxnSp>
        <p:nvCxnSpPr>
          <p:cNvPr id="386" name="Google Shape;386;p14"/>
          <p:cNvCxnSpPr/>
          <p:nvPr/>
        </p:nvCxnSpPr>
        <p:spPr>
          <a:xfrm rot="10800000">
            <a:off x="5265488" y="441225"/>
            <a:ext cx="0" cy="249000"/>
          </a:xfrm>
          <a:prstGeom prst="straightConnector1">
            <a:avLst/>
          </a:prstGeom>
          <a:noFill/>
          <a:ln w="19050" cap="flat" cmpd="sng">
            <a:solidFill>
              <a:schemeClr val="dk2"/>
            </a:solidFill>
            <a:prstDash val="solid"/>
            <a:round/>
            <a:headEnd type="triangle" w="med" len="med"/>
            <a:tailEnd type="none" w="sm" len="sm"/>
          </a:ln>
        </p:spPr>
      </p:cxnSp>
      <p:cxnSp>
        <p:nvCxnSpPr>
          <p:cNvPr id="387" name="Google Shape;387;p14"/>
          <p:cNvCxnSpPr/>
          <p:nvPr/>
        </p:nvCxnSpPr>
        <p:spPr>
          <a:xfrm>
            <a:off x="5265488" y="690225"/>
            <a:ext cx="0" cy="1530300"/>
          </a:xfrm>
          <a:prstGeom prst="straightConnector1">
            <a:avLst/>
          </a:prstGeom>
          <a:noFill/>
          <a:ln w="28575" cap="flat" cmpd="sng">
            <a:solidFill>
              <a:schemeClr val="dk2"/>
            </a:solidFill>
            <a:prstDash val="dot"/>
            <a:round/>
            <a:headEnd type="none" w="sm" len="sm"/>
            <a:tailEnd type="none" w="sm" len="sm"/>
          </a:ln>
        </p:spPr>
      </p:cxnSp>
      <p:sp>
        <p:nvSpPr>
          <p:cNvPr id="388" name="Google Shape;388;p14"/>
          <p:cNvSpPr/>
          <p:nvPr/>
        </p:nvSpPr>
        <p:spPr>
          <a:xfrm>
            <a:off x="5162285" y="2242314"/>
            <a:ext cx="206400" cy="495900"/>
          </a:xfrm>
          <a:prstGeom prst="rect">
            <a:avLst/>
          </a:prstGeom>
          <a:solidFill>
            <a:srgbClr val="F9CB9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 name="Google Shape;389;p14"/>
          <p:cNvSpPr txBox="1"/>
          <p:nvPr/>
        </p:nvSpPr>
        <p:spPr>
          <a:xfrm>
            <a:off x="762000" y="2190750"/>
            <a:ext cx="2975700" cy="67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Lato"/>
                <a:ea typeface="Lato"/>
                <a:cs typeface="Lato"/>
                <a:sym typeface="Lato"/>
              </a:rPr>
              <a:t>The viral population selected from at transmission.</a:t>
            </a:r>
            <a:endParaRPr sz="1600" b="0" i="0" u="none" strike="noStrike" cap="none">
              <a:solidFill>
                <a:srgbClr val="000000"/>
              </a:solidFill>
              <a:latin typeface="Lato"/>
              <a:ea typeface="Lato"/>
              <a:cs typeface="Lato"/>
              <a:sym typeface="Lato"/>
            </a:endParaRPr>
          </a:p>
        </p:txBody>
      </p:sp>
      <p:cxnSp>
        <p:nvCxnSpPr>
          <p:cNvPr id="390" name="Google Shape;390;p14"/>
          <p:cNvCxnSpPr/>
          <p:nvPr/>
        </p:nvCxnSpPr>
        <p:spPr>
          <a:xfrm>
            <a:off x="804500" y="2183675"/>
            <a:ext cx="4761000" cy="0"/>
          </a:xfrm>
          <a:prstGeom prst="straightConnector1">
            <a:avLst/>
          </a:prstGeom>
          <a:noFill/>
          <a:ln w="9525" cap="flat" cmpd="sng">
            <a:solidFill>
              <a:schemeClr val="dk2"/>
            </a:solidFill>
            <a:prstDash val="solid"/>
            <a:round/>
            <a:headEnd type="none" w="sm" len="sm"/>
            <a:tailEnd type="none" w="sm" len="sm"/>
          </a:ln>
        </p:spPr>
      </p:cxnSp>
      <p:cxnSp>
        <p:nvCxnSpPr>
          <p:cNvPr id="391" name="Google Shape;391;p14"/>
          <p:cNvCxnSpPr/>
          <p:nvPr/>
        </p:nvCxnSpPr>
        <p:spPr>
          <a:xfrm>
            <a:off x="804500" y="2915900"/>
            <a:ext cx="4775100" cy="0"/>
          </a:xfrm>
          <a:prstGeom prst="straightConnector1">
            <a:avLst/>
          </a:prstGeom>
          <a:noFill/>
          <a:ln w="9525" cap="flat" cmpd="sng">
            <a:solidFill>
              <a:schemeClr val="dk2"/>
            </a:solidFill>
            <a:prstDash val="solid"/>
            <a:round/>
            <a:headEnd type="none" w="sm" len="sm"/>
            <a:tailEnd type="none" w="sm" len="sm"/>
          </a:ln>
        </p:spPr>
      </p:cxnSp>
      <p:cxnSp>
        <p:nvCxnSpPr>
          <p:cNvPr id="392" name="Google Shape;392;p14"/>
          <p:cNvCxnSpPr/>
          <p:nvPr/>
        </p:nvCxnSpPr>
        <p:spPr>
          <a:xfrm>
            <a:off x="825900" y="486300"/>
            <a:ext cx="4761000" cy="0"/>
          </a:xfrm>
          <a:prstGeom prst="straightConnector1">
            <a:avLst/>
          </a:prstGeom>
          <a:noFill/>
          <a:ln w="9525" cap="flat" cmpd="sng">
            <a:solidFill>
              <a:schemeClr val="dk2"/>
            </a:solidFill>
            <a:prstDash val="solid"/>
            <a:round/>
            <a:headEnd type="none" w="sm" len="sm"/>
            <a:tailEnd type="none" w="sm" len="sm"/>
          </a:ln>
        </p:spPr>
      </p:cxnSp>
      <p:sp>
        <p:nvSpPr>
          <p:cNvPr id="393" name="Google Shape;393;p14"/>
          <p:cNvSpPr txBox="1"/>
          <p:nvPr/>
        </p:nvSpPr>
        <p:spPr>
          <a:xfrm>
            <a:off x="762000" y="2889275"/>
            <a:ext cx="2975700" cy="923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Lato"/>
                <a:ea typeface="Lato"/>
                <a:cs typeface="Lato"/>
                <a:sym typeface="Lato"/>
              </a:rPr>
              <a:t>The second person’s infection is founded by the orange virus, and the process happens again.</a:t>
            </a:r>
            <a:endParaRPr sz="1600" b="0" i="0" u="none" strike="noStrike" cap="none">
              <a:solidFill>
                <a:srgbClr val="000000"/>
              </a:solidFill>
              <a:latin typeface="Lato"/>
              <a:ea typeface="Lato"/>
              <a:cs typeface="Lato"/>
              <a:sym typeface="Lato"/>
            </a:endParaRPr>
          </a:p>
        </p:txBody>
      </p:sp>
      <p:cxnSp>
        <p:nvCxnSpPr>
          <p:cNvPr id="394" name="Google Shape;394;p14"/>
          <p:cNvCxnSpPr/>
          <p:nvPr/>
        </p:nvCxnSpPr>
        <p:spPr>
          <a:xfrm>
            <a:off x="5265488" y="2890625"/>
            <a:ext cx="0" cy="1530300"/>
          </a:xfrm>
          <a:prstGeom prst="straightConnector1">
            <a:avLst/>
          </a:prstGeom>
          <a:noFill/>
          <a:ln w="28575" cap="flat" cmpd="sng">
            <a:solidFill>
              <a:schemeClr val="dk2"/>
            </a:solidFill>
            <a:prstDash val="dot"/>
            <a:round/>
            <a:headEnd type="none" w="sm" len="sm"/>
            <a:tailEnd type="none" w="sm" len="sm"/>
          </a:ln>
        </p:spPr>
      </p:cxnSp>
      <p:cxnSp>
        <p:nvCxnSpPr>
          <p:cNvPr id="395" name="Google Shape;395;p14"/>
          <p:cNvCxnSpPr/>
          <p:nvPr/>
        </p:nvCxnSpPr>
        <p:spPr>
          <a:xfrm>
            <a:off x="1343225" y="4764661"/>
            <a:ext cx="6469200" cy="0"/>
          </a:xfrm>
          <a:prstGeom prst="straightConnector1">
            <a:avLst/>
          </a:prstGeom>
          <a:noFill/>
          <a:ln w="38100" cap="flat" cmpd="sng">
            <a:solidFill>
              <a:srgbClr val="CCCCCC"/>
            </a:solidFill>
            <a:prstDash val="solid"/>
            <a:round/>
            <a:headEnd type="none" w="sm" len="sm"/>
            <a:tailEnd type="triangle" w="med" len="med"/>
          </a:ln>
        </p:spPr>
      </p:cxnSp>
      <p:sp>
        <p:nvSpPr>
          <p:cNvPr id="396" name="Google Shape;396;p14"/>
          <p:cNvSpPr txBox="1">
            <a:spLocks noGrp="1"/>
          </p:cNvSpPr>
          <p:nvPr>
            <p:ph type="title"/>
          </p:nvPr>
        </p:nvSpPr>
        <p:spPr>
          <a:xfrm>
            <a:off x="4133072" y="4719825"/>
            <a:ext cx="889500" cy="250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1800">
                <a:latin typeface="Lato"/>
                <a:ea typeface="Lato"/>
                <a:cs typeface="Lato"/>
                <a:sym typeface="Lato"/>
              </a:rPr>
              <a:t>time</a:t>
            </a:r>
            <a:endParaRPr sz="1800">
              <a:latin typeface="Lato"/>
              <a:ea typeface="Lato"/>
              <a:cs typeface="Lato"/>
              <a:sym typeface="Lato"/>
            </a:endParaRPr>
          </a:p>
          <a:p>
            <a:pPr marL="0" lvl="0" indent="0" algn="l" rtl="0">
              <a:lnSpc>
                <a:spcPct val="100000"/>
              </a:lnSpc>
              <a:spcBef>
                <a:spcPts val="0"/>
              </a:spcBef>
              <a:spcAft>
                <a:spcPts val="0"/>
              </a:spcAft>
              <a:buSzPts val="990"/>
              <a:buNone/>
            </a:pPr>
            <a:endParaRPr sz="1200">
              <a:latin typeface="Lato Light"/>
              <a:ea typeface="Lato Light"/>
              <a:cs typeface="Lato Light"/>
              <a:sym typeface="Lato Light"/>
            </a:endParaRPr>
          </a:p>
          <a:p>
            <a:pPr marL="0" lvl="0" indent="0" algn="l" rtl="0">
              <a:lnSpc>
                <a:spcPct val="100000"/>
              </a:lnSpc>
              <a:spcBef>
                <a:spcPts val="0"/>
              </a:spcBef>
              <a:spcAft>
                <a:spcPts val="0"/>
              </a:spcAft>
              <a:buSzPts val="990"/>
              <a:buNone/>
            </a:pPr>
            <a:endParaRPr sz="1200">
              <a:latin typeface="Lato Light"/>
              <a:ea typeface="Lato Light"/>
              <a:cs typeface="Lato Light"/>
              <a:sym typeface="Lato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15"/>
          <p:cNvSpPr/>
          <p:nvPr/>
        </p:nvSpPr>
        <p:spPr>
          <a:xfrm>
            <a:off x="1971311" y="1155743"/>
            <a:ext cx="2313900" cy="1499700"/>
          </a:xfrm>
          <a:prstGeom prst="rect">
            <a:avLst/>
          </a:prstGeom>
          <a:solidFill>
            <a:srgbClr val="EFEFEF"/>
          </a:solidFill>
          <a:ln w="381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 name="Google Shape;402;p15"/>
          <p:cNvSpPr/>
          <p:nvPr/>
        </p:nvSpPr>
        <p:spPr>
          <a:xfrm>
            <a:off x="1971311" y="1437067"/>
            <a:ext cx="2296288" cy="737044"/>
          </a:xfrm>
          <a:custGeom>
            <a:avLst/>
            <a:gdLst/>
            <a:ahLst/>
            <a:cxnLst/>
            <a:rect l="l" t="t" r="r" b="b"/>
            <a:pathLst>
              <a:path w="174490" h="32394" extrusionOk="0">
                <a:moveTo>
                  <a:pt x="0" y="25695"/>
                </a:moveTo>
                <a:lnTo>
                  <a:pt x="6867" y="24212"/>
                </a:lnTo>
                <a:lnTo>
                  <a:pt x="18580" y="19766"/>
                </a:lnTo>
                <a:lnTo>
                  <a:pt x="25850" y="16306"/>
                </a:lnTo>
                <a:lnTo>
                  <a:pt x="37564" y="10871"/>
                </a:lnTo>
                <a:lnTo>
                  <a:pt x="48470" y="5436"/>
                </a:lnTo>
                <a:lnTo>
                  <a:pt x="59375" y="3459"/>
                </a:lnTo>
                <a:lnTo>
                  <a:pt x="74320" y="988"/>
                </a:lnTo>
                <a:lnTo>
                  <a:pt x="85226" y="988"/>
                </a:lnTo>
                <a:lnTo>
                  <a:pt x="102593" y="0"/>
                </a:lnTo>
                <a:lnTo>
                  <a:pt x="110332" y="4750"/>
                </a:lnTo>
                <a:lnTo>
                  <a:pt x="124380" y="10189"/>
                </a:lnTo>
                <a:lnTo>
                  <a:pt x="139335" y="10642"/>
                </a:lnTo>
                <a:lnTo>
                  <a:pt x="147492" y="13361"/>
                </a:lnTo>
                <a:lnTo>
                  <a:pt x="156555" y="16080"/>
                </a:lnTo>
                <a:lnTo>
                  <a:pt x="174490" y="5929"/>
                </a:lnTo>
                <a:lnTo>
                  <a:pt x="155506" y="15813"/>
                </a:lnTo>
                <a:lnTo>
                  <a:pt x="128040" y="16801"/>
                </a:lnTo>
                <a:lnTo>
                  <a:pt x="96939" y="13835"/>
                </a:lnTo>
                <a:lnTo>
                  <a:pt x="86841" y="12847"/>
                </a:lnTo>
                <a:lnTo>
                  <a:pt x="64626" y="16306"/>
                </a:lnTo>
                <a:lnTo>
                  <a:pt x="55740" y="21248"/>
                </a:lnTo>
                <a:lnTo>
                  <a:pt x="48247" y="26050"/>
                </a:lnTo>
                <a:lnTo>
                  <a:pt x="33293" y="31034"/>
                </a:lnTo>
                <a:lnTo>
                  <a:pt x="21510" y="32394"/>
                </a:lnTo>
                <a:lnTo>
                  <a:pt x="11541" y="31034"/>
                </a:lnTo>
                <a:close/>
              </a:path>
            </a:pathLst>
          </a:custGeom>
          <a:solidFill>
            <a:srgbClr val="EA9999"/>
          </a:solidFill>
          <a:ln>
            <a:noFill/>
          </a:ln>
        </p:spPr>
        <p:txBody>
          <a:bodyPr/>
          <a:lstStyle/>
          <a:p>
            <a:endParaRPr lang="en-US"/>
          </a:p>
        </p:txBody>
      </p:sp>
      <p:sp>
        <p:nvSpPr>
          <p:cNvPr id="403" name="Google Shape;403;p15"/>
          <p:cNvSpPr/>
          <p:nvPr/>
        </p:nvSpPr>
        <p:spPr>
          <a:xfrm>
            <a:off x="2809260" y="1140249"/>
            <a:ext cx="1470905" cy="1257917"/>
          </a:xfrm>
          <a:custGeom>
            <a:avLst/>
            <a:gdLst/>
            <a:ahLst/>
            <a:cxnLst/>
            <a:rect l="l" t="t" r="r" b="b"/>
            <a:pathLst>
              <a:path w="113103" h="55287" extrusionOk="0">
                <a:moveTo>
                  <a:pt x="0" y="25974"/>
                </a:moveTo>
                <a:lnTo>
                  <a:pt x="15641" y="20989"/>
                </a:lnTo>
                <a:lnTo>
                  <a:pt x="29441" y="18270"/>
                </a:lnTo>
                <a:lnTo>
                  <a:pt x="37271" y="18467"/>
                </a:lnTo>
                <a:lnTo>
                  <a:pt x="49728" y="22455"/>
                </a:lnTo>
                <a:lnTo>
                  <a:pt x="64601" y="20846"/>
                </a:lnTo>
                <a:lnTo>
                  <a:pt x="78637" y="21753"/>
                </a:lnTo>
                <a:lnTo>
                  <a:pt x="90121" y="20846"/>
                </a:lnTo>
                <a:lnTo>
                  <a:pt x="99478" y="14049"/>
                </a:lnTo>
                <a:lnTo>
                  <a:pt x="104545" y="10488"/>
                </a:lnTo>
                <a:lnTo>
                  <a:pt x="113103" y="0"/>
                </a:lnTo>
                <a:lnTo>
                  <a:pt x="113103" y="55287"/>
                </a:lnTo>
                <a:lnTo>
                  <a:pt x="104958" y="52377"/>
                </a:lnTo>
                <a:lnTo>
                  <a:pt x="90424" y="46392"/>
                </a:lnTo>
                <a:lnTo>
                  <a:pt x="70077" y="41406"/>
                </a:lnTo>
                <a:lnTo>
                  <a:pt x="56373" y="35421"/>
                </a:lnTo>
                <a:lnTo>
                  <a:pt x="43915" y="32428"/>
                </a:lnTo>
                <a:lnTo>
                  <a:pt x="27661" y="24141"/>
                </a:lnTo>
                <a:lnTo>
                  <a:pt x="19957" y="23688"/>
                </a:lnTo>
                <a:lnTo>
                  <a:pt x="11800" y="25047"/>
                </a:lnTo>
                <a:close/>
              </a:path>
            </a:pathLst>
          </a:custGeom>
          <a:solidFill>
            <a:srgbClr val="F9CB9C"/>
          </a:solidFill>
          <a:ln>
            <a:noFill/>
          </a:ln>
        </p:spPr>
        <p:txBody>
          <a:bodyPr/>
          <a:lstStyle/>
          <a:p>
            <a:endParaRPr lang="en-US"/>
          </a:p>
        </p:txBody>
      </p:sp>
      <p:sp>
        <p:nvSpPr>
          <p:cNvPr id="404" name="Google Shape;404;p15"/>
          <p:cNvSpPr/>
          <p:nvPr/>
        </p:nvSpPr>
        <p:spPr>
          <a:xfrm>
            <a:off x="3545185" y="1802937"/>
            <a:ext cx="734936" cy="852478"/>
          </a:xfrm>
          <a:custGeom>
            <a:avLst/>
            <a:gdLst/>
            <a:ahLst/>
            <a:cxnLst/>
            <a:rect l="l" t="t" r="r" b="b"/>
            <a:pathLst>
              <a:path w="58006" h="31797" extrusionOk="0">
                <a:moveTo>
                  <a:pt x="0" y="0"/>
                </a:moveTo>
                <a:lnTo>
                  <a:pt x="33329" y="9191"/>
                </a:lnTo>
                <a:lnTo>
                  <a:pt x="51512" y="12295"/>
                </a:lnTo>
                <a:lnTo>
                  <a:pt x="58006" y="14511"/>
                </a:lnTo>
                <a:lnTo>
                  <a:pt x="58006" y="31797"/>
                </a:lnTo>
                <a:lnTo>
                  <a:pt x="52810" y="25149"/>
                </a:lnTo>
                <a:lnTo>
                  <a:pt x="46317" y="19387"/>
                </a:lnTo>
                <a:lnTo>
                  <a:pt x="33763" y="14067"/>
                </a:lnTo>
                <a:lnTo>
                  <a:pt x="22205" y="9516"/>
                </a:lnTo>
                <a:lnTo>
                  <a:pt x="13595" y="6797"/>
                </a:lnTo>
                <a:close/>
              </a:path>
            </a:pathLst>
          </a:custGeom>
          <a:solidFill>
            <a:srgbClr val="B6D7A8"/>
          </a:solidFill>
          <a:ln>
            <a:noFill/>
          </a:ln>
        </p:spPr>
        <p:txBody>
          <a:bodyPr/>
          <a:lstStyle/>
          <a:p>
            <a:endParaRPr lang="en-US"/>
          </a:p>
        </p:txBody>
      </p:sp>
      <p:sp>
        <p:nvSpPr>
          <p:cNvPr id="405" name="Google Shape;405;p15"/>
          <p:cNvSpPr/>
          <p:nvPr/>
        </p:nvSpPr>
        <p:spPr>
          <a:xfrm>
            <a:off x="4336233" y="1155743"/>
            <a:ext cx="2313900" cy="1499700"/>
          </a:xfrm>
          <a:prstGeom prst="rect">
            <a:avLst/>
          </a:prstGeom>
          <a:solidFill>
            <a:srgbClr val="EFEFEF"/>
          </a:solidFill>
          <a:ln w="381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 name="Google Shape;406;p15"/>
          <p:cNvSpPr/>
          <p:nvPr/>
        </p:nvSpPr>
        <p:spPr>
          <a:xfrm>
            <a:off x="4362331" y="1163498"/>
            <a:ext cx="2282984" cy="1355637"/>
          </a:xfrm>
          <a:custGeom>
            <a:avLst/>
            <a:gdLst/>
            <a:ahLst/>
            <a:cxnLst/>
            <a:rect l="l" t="t" r="r" b="b"/>
            <a:pathLst>
              <a:path w="113103" h="55287" extrusionOk="0">
                <a:moveTo>
                  <a:pt x="0" y="25974"/>
                </a:moveTo>
                <a:lnTo>
                  <a:pt x="15641" y="20989"/>
                </a:lnTo>
                <a:lnTo>
                  <a:pt x="29441" y="18270"/>
                </a:lnTo>
                <a:lnTo>
                  <a:pt x="37271" y="18467"/>
                </a:lnTo>
                <a:lnTo>
                  <a:pt x="49728" y="22455"/>
                </a:lnTo>
                <a:lnTo>
                  <a:pt x="64601" y="20846"/>
                </a:lnTo>
                <a:lnTo>
                  <a:pt x="78637" y="21753"/>
                </a:lnTo>
                <a:lnTo>
                  <a:pt x="90121" y="20846"/>
                </a:lnTo>
                <a:lnTo>
                  <a:pt x="99478" y="14049"/>
                </a:lnTo>
                <a:lnTo>
                  <a:pt x="104545" y="10488"/>
                </a:lnTo>
                <a:lnTo>
                  <a:pt x="113103" y="0"/>
                </a:lnTo>
                <a:lnTo>
                  <a:pt x="113103" y="55287"/>
                </a:lnTo>
                <a:lnTo>
                  <a:pt x="104958" y="52377"/>
                </a:lnTo>
                <a:lnTo>
                  <a:pt x="90424" y="46392"/>
                </a:lnTo>
                <a:lnTo>
                  <a:pt x="70077" y="41406"/>
                </a:lnTo>
                <a:lnTo>
                  <a:pt x="56373" y="35421"/>
                </a:lnTo>
                <a:lnTo>
                  <a:pt x="43915" y="32428"/>
                </a:lnTo>
                <a:lnTo>
                  <a:pt x="27661" y="24141"/>
                </a:lnTo>
                <a:lnTo>
                  <a:pt x="19957" y="23688"/>
                </a:lnTo>
                <a:lnTo>
                  <a:pt x="11800" y="25047"/>
                </a:lnTo>
                <a:close/>
              </a:path>
            </a:pathLst>
          </a:custGeom>
          <a:solidFill>
            <a:srgbClr val="F9CB9C"/>
          </a:solidFill>
          <a:ln>
            <a:noFill/>
          </a:ln>
        </p:spPr>
        <p:txBody>
          <a:bodyPr/>
          <a:lstStyle/>
          <a:p>
            <a:endParaRPr lang="en-US"/>
          </a:p>
        </p:txBody>
      </p:sp>
      <p:sp>
        <p:nvSpPr>
          <p:cNvPr id="407" name="Google Shape;407;p15"/>
          <p:cNvSpPr/>
          <p:nvPr/>
        </p:nvSpPr>
        <p:spPr>
          <a:xfrm>
            <a:off x="5704428" y="1904991"/>
            <a:ext cx="952831" cy="750420"/>
          </a:xfrm>
          <a:custGeom>
            <a:avLst/>
            <a:gdLst/>
            <a:ahLst/>
            <a:cxnLst/>
            <a:rect l="l" t="t" r="r" b="b"/>
            <a:pathLst>
              <a:path w="41800" h="32924" extrusionOk="0">
                <a:moveTo>
                  <a:pt x="0" y="586"/>
                </a:moveTo>
                <a:lnTo>
                  <a:pt x="24579" y="5439"/>
                </a:lnTo>
                <a:lnTo>
                  <a:pt x="37268" y="3626"/>
                </a:lnTo>
                <a:lnTo>
                  <a:pt x="41800" y="0"/>
                </a:lnTo>
                <a:lnTo>
                  <a:pt x="41271" y="32924"/>
                </a:lnTo>
                <a:lnTo>
                  <a:pt x="37574" y="26163"/>
                </a:lnTo>
                <a:lnTo>
                  <a:pt x="32954" y="20303"/>
                </a:lnTo>
                <a:lnTo>
                  <a:pt x="24022" y="14893"/>
                </a:lnTo>
                <a:lnTo>
                  <a:pt x="15799" y="10264"/>
                </a:lnTo>
                <a:lnTo>
                  <a:pt x="9673" y="7499"/>
                </a:lnTo>
                <a:close/>
              </a:path>
            </a:pathLst>
          </a:custGeom>
          <a:solidFill>
            <a:srgbClr val="A4C2F4"/>
          </a:solidFill>
          <a:ln>
            <a:noFill/>
          </a:ln>
        </p:spPr>
        <p:txBody>
          <a:bodyPr/>
          <a:lstStyle/>
          <a:p>
            <a:endParaRPr lang="en-US"/>
          </a:p>
        </p:txBody>
      </p:sp>
      <p:sp>
        <p:nvSpPr>
          <p:cNvPr id="408" name="Google Shape;408;p15"/>
          <p:cNvSpPr/>
          <p:nvPr/>
        </p:nvSpPr>
        <p:spPr>
          <a:xfrm>
            <a:off x="6701154" y="1163493"/>
            <a:ext cx="2313900" cy="1499700"/>
          </a:xfrm>
          <a:prstGeom prst="rect">
            <a:avLst/>
          </a:prstGeom>
          <a:solidFill>
            <a:srgbClr val="EFEFEF"/>
          </a:solidFill>
          <a:ln w="381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 name="Google Shape;409;p15"/>
          <p:cNvSpPr/>
          <p:nvPr/>
        </p:nvSpPr>
        <p:spPr>
          <a:xfrm>
            <a:off x="6729509" y="1163510"/>
            <a:ext cx="2285791" cy="1491769"/>
          </a:xfrm>
          <a:custGeom>
            <a:avLst/>
            <a:gdLst/>
            <a:ahLst/>
            <a:cxnLst/>
            <a:rect l="l" t="t" r="r" b="b"/>
            <a:pathLst>
              <a:path w="100276" h="65450" extrusionOk="0">
                <a:moveTo>
                  <a:pt x="0" y="56095"/>
                </a:moveTo>
                <a:lnTo>
                  <a:pt x="10423" y="50204"/>
                </a:lnTo>
                <a:lnTo>
                  <a:pt x="16314" y="42953"/>
                </a:lnTo>
                <a:lnTo>
                  <a:pt x="19939" y="34343"/>
                </a:lnTo>
                <a:lnTo>
                  <a:pt x="20592" y="28398"/>
                </a:lnTo>
                <a:lnTo>
                  <a:pt x="26933" y="19745"/>
                </a:lnTo>
                <a:lnTo>
                  <a:pt x="33272" y="16597"/>
                </a:lnTo>
                <a:lnTo>
                  <a:pt x="41960" y="12663"/>
                </a:lnTo>
                <a:lnTo>
                  <a:pt x="48300" y="12663"/>
                </a:lnTo>
                <a:lnTo>
                  <a:pt x="58396" y="11090"/>
                </a:lnTo>
                <a:lnTo>
                  <a:pt x="67881" y="16247"/>
                </a:lnTo>
                <a:lnTo>
                  <a:pt x="82481" y="7891"/>
                </a:lnTo>
                <a:lnTo>
                  <a:pt x="91150" y="929"/>
                </a:lnTo>
                <a:lnTo>
                  <a:pt x="96625" y="465"/>
                </a:lnTo>
                <a:lnTo>
                  <a:pt x="100276" y="0"/>
                </a:lnTo>
                <a:lnTo>
                  <a:pt x="100192" y="20530"/>
                </a:lnTo>
                <a:lnTo>
                  <a:pt x="99819" y="65450"/>
                </a:lnTo>
                <a:lnTo>
                  <a:pt x="75637" y="52453"/>
                </a:lnTo>
                <a:lnTo>
                  <a:pt x="60125" y="44562"/>
                </a:lnTo>
                <a:lnTo>
                  <a:pt x="49175" y="42241"/>
                </a:lnTo>
                <a:lnTo>
                  <a:pt x="40050" y="44098"/>
                </a:lnTo>
                <a:lnTo>
                  <a:pt x="31159" y="44920"/>
                </a:lnTo>
                <a:lnTo>
                  <a:pt x="29100" y="46419"/>
                </a:lnTo>
                <a:lnTo>
                  <a:pt x="24537" y="49204"/>
                </a:lnTo>
                <a:lnTo>
                  <a:pt x="20887" y="51525"/>
                </a:lnTo>
                <a:lnTo>
                  <a:pt x="16325" y="52917"/>
                </a:lnTo>
                <a:close/>
              </a:path>
            </a:pathLst>
          </a:custGeom>
          <a:solidFill>
            <a:srgbClr val="A4C2F4"/>
          </a:solidFill>
          <a:ln>
            <a:noFill/>
          </a:ln>
        </p:spPr>
        <p:txBody>
          <a:bodyPr/>
          <a:lstStyle/>
          <a:p>
            <a:endParaRPr lang="en-US"/>
          </a:p>
        </p:txBody>
      </p:sp>
      <p:sp>
        <p:nvSpPr>
          <p:cNvPr id="410" name="Google Shape;410;p15"/>
          <p:cNvSpPr/>
          <p:nvPr/>
        </p:nvSpPr>
        <p:spPr>
          <a:xfrm>
            <a:off x="7544386" y="1273627"/>
            <a:ext cx="1455210" cy="1063886"/>
          </a:xfrm>
          <a:custGeom>
            <a:avLst/>
            <a:gdLst/>
            <a:ahLst/>
            <a:cxnLst/>
            <a:rect l="l" t="t" r="r" b="b"/>
            <a:pathLst>
              <a:path w="63839" h="46677" extrusionOk="0">
                <a:moveTo>
                  <a:pt x="0" y="21344"/>
                </a:moveTo>
                <a:lnTo>
                  <a:pt x="8923" y="17019"/>
                </a:lnTo>
                <a:lnTo>
                  <a:pt x="16796" y="14660"/>
                </a:lnTo>
                <a:lnTo>
                  <a:pt x="21263" y="14831"/>
                </a:lnTo>
                <a:lnTo>
                  <a:pt x="28370" y="18291"/>
                </a:lnTo>
                <a:lnTo>
                  <a:pt x="36855" y="16895"/>
                </a:lnTo>
                <a:lnTo>
                  <a:pt x="44862" y="17682"/>
                </a:lnTo>
                <a:lnTo>
                  <a:pt x="51414" y="16895"/>
                </a:lnTo>
                <a:lnTo>
                  <a:pt x="56752" y="10998"/>
                </a:lnTo>
                <a:lnTo>
                  <a:pt x="59643" y="7908"/>
                </a:lnTo>
                <a:lnTo>
                  <a:pt x="63839" y="0"/>
                </a:lnTo>
                <a:lnTo>
                  <a:pt x="63839" y="46677"/>
                </a:lnTo>
                <a:lnTo>
                  <a:pt x="59879" y="44251"/>
                </a:lnTo>
                <a:lnTo>
                  <a:pt x="51587" y="39059"/>
                </a:lnTo>
                <a:lnTo>
                  <a:pt x="39979" y="34733"/>
                </a:lnTo>
                <a:lnTo>
                  <a:pt x="32161" y="29540"/>
                </a:lnTo>
                <a:lnTo>
                  <a:pt x="25054" y="26944"/>
                </a:lnTo>
                <a:lnTo>
                  <a:pt x="15781" y="19754"/>
                </a:lnTo>
                <a:lnTo>
                  <a:pt x="11385" y="19361"/>
                </a:lnTo>
                <a:lnTo>
                  <a:pt x="6732" y="20540"/>
                </a:lnTo>
                <a:close/>
              </a:path>
            </a:pathLst>
          </a:custGeom>
          <a:solidFill>
            <a:srgbClr val="A64D79"/>
          </a:solidFill>
          <a:ln>
            <a:noFill/>
          </a:ln>
        </p:spPr>
        <p:txBody>
          <a:bodyPr/>
          <a:lstStyle/>
          <a:p>
            <a:endParaRPr lang="en-US"/>
          </a:p>
        </p:txBody>
      </p:sp>
      <p:sp>
        <p:nvSpPr>
          <p:cNvPr id="411" name="Google Shape;411;p15"/>
          <p:cNvSpPr/>
          <p:nvPr/>
        </p:nvSpPr>
        <p:spPr>
          <a:xfrm>
            <a:off x="7809432" y="2006275"/>
            <a:ext cx="1190138" cy="561297"/>
          </a:xfrm>
          <a:custGeom>
            <a:avLst/>
            <a:gdLst/>
            <a:ahLst/>
            <a:cxnLst/>
            <a:rect l="l" t="t" r="r" b="b"/>
            <a:pathLst>
              <a:path w="58006" h="31797" extrusionOk="0">
                <a:moveTo>
                  <a:pt x="0" y="0"/>
                </a:moveTo>
                <a:lnTo>
                  <a:pt x="33329" y="9191"/>
                </a:lnTo>
                <a:lnTo>
                  <a:pt x="51512" y="12295"/>
                </a:lnTo>
                <a:lnTo>
                  <a:pt x="58006" y="14511"/>
                </a:lnTo>
                <a:lnTo>
                  <a:pt x="58006" y="31797"/>
                </a:lnTo>
                <a:lnTo>
                  <a:pt x="52810" y="25149"/>
                </a:lnTo>
                <a:lnTo>
                  <a:pt x="46317" y="19387"/>
                </a:lnTo>
                <a:lnTo>
                  <a:pt x="33763" y="14067"/>
                </a:lnTo>
                <a:lnTo>
                  <a:pt x="22205" y="9516"/>
                </a:lnTo>
                <a:lnTo>
                  <a:pt x="13595" y="6797"/>
                </a:lnTo>
                <a:close/>
              </a:path>
            </a:pathLst>
          </a:custGeom>
          <a:solidFill>
            <a:srgbClr val="8E7CC3"/>
          </a:solidFill>
          <a:ln>
            <a:noFill/>
          </a:ln>
        </p:spPr>
        <p:txBody>
          <a:bodyPr/>
          <a:lstStyle/>
          <a:p>
            <a:endParaRPr lang="en-US"/>
          </a:p>
        </p:txBody>
      </p:sp>
      <p:sp>
        <p:nvSpPr>
          <p:cNvPr id="412" name="Google Shape;412;p15"/>
          <p:cNvSpPr txBox="1">
            <a:spLocks noGrp="1"/>
          </p:cNvSpPr>
          <p:nvPr>
            <p:ph type="title"/>
          </p:nvPr>
        </p:nvSpPr>
        <p:spPr>
          <a:xfrm>
            <a:off x="0" y="-17225"/>
            <a:ext cx="9020100" cy="69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000">
                <a:latin typeface="Lato Light"/>
                <a:ea typeface="Lato Light"/>
                <a:cs typeface="Lato Light"/>
                <a:sym typeface="Lato Light"/>
              </a:rPr>
              <a:t>Typically we do not capture all of the within host diversity of an infection. Rather, we </a:t>
            </a:r>
            <a:r>
              <a:rPr lang="en" sz="2000" b="1">
                <a:latin typeface="Lato"/>
                <a:ea typeface="Lato"/>
                <a:cs typeface="Lato"/>
                <a:sym typeface="Lato"/>
              </a:rPr>
              <a:t>summarize that diversity with consensus genomes.</a:t>
            </a:r>
            <a:endParaRPr sz="2000" b="1">
              <a:latin typeface="Lato"/>
              <a:ea typeface="Lato"/>
              <a:cs typeface="Lato"/>
              <a:sym typeface="Lato"/>
            </a:endParaRPr>
          </a:p>
        </p:txBody>
      </p:sp>
      <p:sp>
        <p:nvSpPr>
          <p:cNvPr id="413" name="Google Shape;413;p15"/>
          <p:cNvSpPr txBox="1"/>
          <p:nvPr/>
        </p:nvSpPr>
        <p:spPr>
          <a:xfrm>
            <a:off x="50675" y="1297675"/>
            <a:ext cx="18435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Light"/>
                <a:ea typeface="Lato Light"/>
                <a:cs typeface="Lato Light"/>
                <a:sym typeface="Lato Light"/>
              </a:rPr>
              <a:t>Within host diversity over an infection.</a:t>
            </a:r>
            <a:endParaRPr sz="1400" b="0" i="0" u="none" strike="noStrike" cap="none">
              <a:solidFill>
                <a:srgbClr val="000000"/>
              </a:solidFill>
              <a:latin typeface="Lato Light"/>
              <a:ea typeface="Lato Light"/>
              <a:cs typeface="Lato Light"/>
              <a:sym typeface="Lato Light"/>
            </a:endParaRPr>
          </a:p>
        </p:txBody>
      </p:sp>
      <p:sp>
        <p:nvSpPr>
          <p:cNvPr id="414" name="Google Shape;414;p15"/>
          <p:cNvSpPr txBox="1"/>
          <p:nvPr/>
        </p:nvSpPr>
        <p:spPr>
          <a:xfrm>
            <a:off x="0" y="4413700"/>
            <a:ext cx="2138100" cy="831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400" b="1" i="0" u="none" strike="noStrike" cap="none">
                <a:solidFill>
                  <a:srgbClr val="000000"/>
                </a:solidFill>
                <a:latin typeface="Lato"/>
                <a:ea typeface="Lato"/>
                <a:cs typeface="Lato"/>
                <a:sym typeface="Lato"/>
              </a:rPr>
              <a:t>Single sequence </a:t>
            </a:r>
            <a:r>
              <a:rPr lang="en" sz="1400" b="0" i="0" u="none" strike="noStrike" cap="none">
                <a:solidFill>
                  <a:srgbClr val="000000"/>
                </a:solidFill>
                <a:latin typeface="Lato Light"/>
                <a:ea typeface="Lato Light"/>
                <a:cs typeface="Lato Light"/>
                <a:sym typeface="Lato Light"/>
              </a:rPr>
              <a:t> summarizes  the diversity. </a:t>
            </a:r>
            <a:endParaRPr sz="1400" b="1" i="0" u="none" strike="noStrike" cap="none">
              <a:solidFill>
                <a:srgbClr val="000000"/>
              </a:solidFill>
              <a:latin typeface="Lato"/>
              <a:ea typeface="Lato"/>
              <a:cs typeface="Lato"/>
              <a:sym typeface="Lato"/>
            </a:endParaRPr>
          </a:p>
        </p:txBody>
      </p:sp>
      <p:cxnSp>
        <p:nvCxnSpPr>
          <p:cNvPr id="415" name="Google Shape;415;p15"/>
          <p:cNvCxnSpPr/>
          <p:nvPr/>
        </p:nvCxnSpPr>
        <p:spPr>
          <a:xfrm>
            <a:off x="2986500" y="1131975"/>
            <a:ext cx="0" cy="3684000"/>
          </a:xfrm>
          <a:prstGeom prst="straightConnector1">
            <a:avLst/>
          </a:prstGeom>
          <a:noFill/>
          <a:ln w="28575" cap="flat" cmpd="sng">
            <a:solidFill>
              <a:schemeClr val="dk2"/>
            </a:solidFill>
            <a:prstDash val="dot"/>
            <a:round/>
            <a:headEnd type="none" w="sm" len="sm"/>
            <a:tailEnd type="none" w="sm" len="sm"/>
          </a:ln>
        </p:spPr>
      </p:cxnSp>
      <p:sp>
        <p:nvSpPr>
          <p:cNvPr id="416" name="Google Shape;416;p15"/>
          <p:cNvSpPr txBox="1"/>
          <p:nvPr/>
        </p:nvSpPr>
        <p:spPr>
          <a:xfrm>
            <a:off x="0" y="3239175"/>
            <a:ext cx="2138100" cy="831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400" b="0" i="0" u="none" strike="noStrike" cap="none">
                <a:solidFill>
                  <a:srgbClr val="000000"/>
                </a:solidFill>
                <a:latin typeface="Lato Light"/>
                <a:ea typeface="Lato Light"/>
                <a:cs typeface="Lato Light"/>
                <a:sym typeface="Lato Light"/>
              </a:rPr>
              <a:t>Diverse population of viruses sampled within a specimen.</a:t>
            </a:r>
            <a:endParaRPr sz="1400" b="1" i="0" u="none" strike="noStrike" cap="none">
              <a:solidFill>
                <a:srgbClr val="000000"/>
              </a:solidFill>
              <a:latin typeface="Lato"/>
              <a:ea typeface="Lato"/>
              <a:cs typeface="Lato"/>
              <a:sym typeface="Lato"/>
            </a:endParaRPr>
          </a:p>
        </p:txBody>
      </p:sp>
      <p:pic>
        <p:nvPicPr>
          <p:cNvPr id="417" name="Google Shape;417;p15"/>
          <p:cNvPicPr preferRelativeResize="0"/>
          <p:nvPr/>
        </p:nvPicPr>
        <p:blipFill rotWithShape="1">
          <a:blip r:embed="rId3">
            <a:alphaModFix/>
          </a:blip>
          <a:srcRect/>
          <a:stretch/>
        </p:blipFill>
        <p:spPr>
          <a:xfrm>
            <a:off x="2733000" y="3051750"/>
            <a:ext cx="449829" cy="1063900"/>
          </a:xfrm>
          <a:prstGeom prst="rect">
            <a:avLst/>
          </a:prstGeom>
          <a:noFill/>
          <a:ln>
            <a:noFill/>
          </a:ln>
        </p:spPr>
      </p:pic>
      <p:sp>
        <p:nvSpPr>
          <p:cNvPr id="418" name="Google Shape;418;p15"/>
          <p:cNvSpPr/>
          <p:nvPr/>
        </p:nvSpPr>
        <p:spPr>
          <a:xfrm>
            <a:off x="2864701" y="3569020"/>
            <a:ext cx="121800" cy="105600"/>
          </a:xfrm>
          <a:prstGeom prst="hexagon">
            <a:avLst>
              <a:gd name="adj" fmla="val 25000"/>
              <a:gd name="vf" fmla="val 115470"/>
            </a:avLst>
          </a:prstGeom>
          <a:solidFill>
            <a:srgbClr val="EA999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 name="Google Shape;419;p15"/>
          <p:cNvSpPr/>
          <p:nvPr/>
        </p:nvSpPr>
        <p:spPr>
          <a:xfrm>
            <a:off x="2986501" y="3697658"/>
            <a:ext cx="121800" cy="105600"/>
          </a:xfrm>
          <a:prstGeom prst="hexagon">
            <a:avLst>
              <a:gd name="adj" fmla="val 25000"/>
              <a:gd name="vf" fmla="val 115470"/>
            </a:avLst>
          </a:prstGeom>
          <a:solidFill>
            <a:srgbClr val="EA999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 name="Google Shape;420;p15"/>
          <p:cNvSpPr/>
          <p:nvPr/>
        </p:nvSpPr>
        <p:spPr>
          <a:xfrm>
            <a:off x="2897020" y="3826284"/>
            <a:ext cx="121800" cy="105600"/>
          </a:xfrm>
          <a:prstGeom prst="hexagon">
            <a:avLst>
              <a:gd name="adj" fmla="val 25000"/>
              <a:gd name="vf" fmla="val 115470"/>
            </a:avLst>
          </a:prstGeom>
          <a:solidFill>
            <a:srgbClr val="F9CB9C"/>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21" name="Google Shape;421;p15"/>
          <p:cNvCxnSpPr/>
          <p:nvPr/>
        </p:nvCxnSpPr>
        <p:spPr>
          <a:xfrm>
            <a:off x="6049550" y="1131975"/>
            <a:ext cx="0" cy="3684000"/>
          </a:xfrm>
          <a:prstGeom prst="straightConnector1">
            <a:avLst/>
          </a:prstGeom>
          <a:noFill/>
          <a:ln w="28575" cap="flat" cmpd="sng">
            <a:solidFill>
              <a:schemeClr val="dk2"/>
            </a:solidFill>
            <a:prstDash val="dot"/>
            <a:round/>
            <a:headEnd type="none" w="sm" len="sm"/>
            <a:tailEnd type="none" w="sm" len="sm"/>
          </a:ln>
        </p:spPr>
      </p:cxnSp>
      <p:pic>
        <p:nvPicPr>
          <p:cNvPr id="422" name="Google Shape;422;p15"/>
          <p:cNvPicPr preferRelativeResize="0"/>
          <p:nvPr/>
        </p:nvPicPr>
        <p:blipFill rotWithShape="1">
          <a:blip r:embed="rId3">
            <a:alphaModFix/>
          </a:blip>
          <a:srcRect/>
          <a:stretch/>
        </p:blipFill>
        <p:spPr>
          <a:xfrm>
            <a:off x="5796050" y="3051750"/>
            <a:ext cx="449829" cy="1063900"/>
          </a:xfrm>
          <a:prstGeom prst="rect">
            <a:avLst/>
          </a:prstGeom>
          <a:noFill/>
          <a:ln>
            <a:noFill/>
          </a:ln>
        </p:spPr>
      </p:pic>
      <p:sp>
        <p:nvSpPr>
          <p:cNvPr id="423" name="Google Shape;423;p15"/>
          <p:cNvSpPr/>
          <p:nvPr/>
        </p:nvSpPr>
        <p:spPr>
          <a:xfrm>
            <a:off x="5960070" y="3826284"/>
            <a:ext cx="121800" cy="105600"/>
          </a:xfrm>
          <a:prstGeom prst="hexagon">
            <a:avLst>
              <a:gd name="adj" fmla="val 25000"/>
              <a:gd name="vf" fmla="val 115470"/>
            </a:avLst>
          </a:prstGeom>
          <a:solidFill>
            <a:srgbClr val="F9CB9C"/>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p15"/>
          <p:cNvSpPr/>
          <p:nvPr/>
        </p:nvSpPr>
        <p:spPr>
          <a:xfrm>
            <a:off x="5927745" y="3629497"/>
            <a:ext cx="121800" cy="105600"/>
          </a:xfrm>
          <a:prstGeom prst="hexagon">
            <a:avLst>
              <a:gd name="adj" fmla="val 25000"/>
              <a:gd name="vf" fmla="val 115470"/>
            </a:avLst>
          </a:prstGeom>
          <a:solidFill>
            <a:srgbClr val="F9CB9C"/>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 name="Google Shape;425;p15"/>
          <p:cNvSpPr/>
          <p:nvPr/>
        </p:nvSpPr>
        <p:spPr>
          <a:xfrm>
            <a:off x="6003945" y="3705697"/>
            <a:ext cx="121800" cy="105600"/>
          </a:xfrm>
          <a:prstGeom prst="hexagon">
            <a:avLst>
              <a:gd name="adj" fmla="val 25000"/>
              <a:gd name="vf" fmla="val 115470"/>
            </a:avLst>
          </a:prstGeom>
          <a:solidFill>
            <a:srgbClr val="F9CB9C"/>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 name="Google Shape;426;p15"/>
          <p:cNvSpPr/>
          <p:nvPr/>
        </p:nvSpPr>
        <p:spPr>
          <a:xfrm>
            <a:off x="6003959" y="3463429"/>
            <a:ext cx="121800" cy="105600"/>
          </a:xfrm>
          <a:prstGeom prst="hexagon">
            <a:avLst>
              <a:gd name="adj" fmla="val 25000"/>
              <a:gd name="vf" fmla="val 115470"/>
            </a:avLst>
          </a:prstGeom>
          <a:solidFill>
            <a:srgbClr val="A4C2F4"/>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 name="Google Shape;427;p15"/>
          <p:cNvSpPr/>
          <p:nvPr/>
        </p:nvSpPr>
        <p:spPr>
          <a:xfrm>
            <a:off x="2940901" y="3416620"/>
            <a:ext cx="121800" cy="105600"/>
          </a:xfrm>
          <a:prstGeom prst="hexagon">
            <a:avLst>
              <a:gd name="adj" fmla="val 25000"/>
              <a:gd name="vf" fmla="val 115470"/>
            </a:avLst>
          </a:prstGeom>
          <a:solidFill>
            <a:srgbClr val="EA999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28" name="Google Shape;428;p15"/>
          <p:cNvCxnSpPr/>
          <p:nvPr/>
        </p:nvCxnSpPr>
        <p:spPr>
          <a:xfrm>
            <a:off x="8085000" y="1131975"/>
            <a:ext cx="0" cy="3684000"/>
          </a:xfrm>
          <a:prstGeom prst="straightConnector1">
            <a:avLst/>
          </a:prstGeom>
          <a:noFill/>
          <a:ln w="28575" cap="flat" cmpd="sng">
            <a:solidFill>
              <a:schemeClr val="dk2"/>
            </a:solidFill>
            <a:prstDash val="dot"/>
            <a:round/>
            <a:headEnd type="none" w="sm" len="sm"/>
            <a:tailEnd type="none" w="sm" len="sm"/>
          </a:ln>
        </p:spPr>
      </p:cxnSp>
      <p:pic>
        <p:nvPicPr>
          <p:cNvPr id="429" name="Google Shape;429;p15"/>
          <p:cNvPicPr preferRelativeResize="0"/>
          <p:nvPr/>
        </p:nvPicPr>
        <p:blipFill rotWithShape="1">
          <a:blip r:embed="rId3">
            <a:alphaModFix/>
          </a:blip>
          <a:srcRect/>
          <a:stretch/>
        </p:blipFill>
        <p:spPr>
          <a:xfrm>
            <a:off x="7831500" y="3051750"/>
            <a:ext cx="449829" cy="1063900"/>
          </a:xfrm>
          <a:prstGeom prst="rect">
            <a:avLst/>
          </a:prstGeom>
          <a:noFill/>
          <a:ln>
            <a:noFill/>
          </a:ln>
        </p:spPr>
      </p:pic>
      <p:sp>
        <p:nvSpPr>
          <p:cNvPr id="430" name="Google Shape;430;p15"/>
          <p:cNvSpPr/>
          <p:nvPr/>
        </p:nvSpPr>
        <p:spPr>
          <a:xfrm>
            <a:off x="8039409" y="3463429"/>
            <a:ext cx="121800" cy="105600"/>
          </a:xfrm>
          <a:prstGeom prst="hexagon">
            <a:avLst>
              <a:gd name="adj" fmla="val 25000"/>
              <a:gd name="vf" fmla="val 115470"/>
            </a:avLst>
          </a:prstGeom>
          <a:solidFill>
            <a:srgbClr val="A4C2F4"/>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1" name="Google Shape;431;p15"/>
          <p:cNvSpPr/>
          <p:nvPr/>
        </p:nvSpPr>
        <p:spPr>
          <a:xfrm>
            <a:off x="7947409" y="3569029"/>
            <a:ext cx="121800" cy="105600"/>
          </a:xfrm>
          <a:prstGeom prst="hexagon">
            <a:avLst>
              <a:gd name="adj" fmla="val 25000"/>
              <a:gd name="vf" fmla="val 115470"/>
            </a:avLst>
          </a:prstGeom>
          <a:solidFill>
            <a:srgbClr val="A4C2F4"/>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 name="Google Shape;432;p15"/>
          <p:cNvSpPr/>
          <p:nvPr/>
        </p:nvSpPr>
        <p:spPr>
          <a:xfrm>
            <a:off x="7995521" y="3735104"/>
            <a:ext cx="121800" cy="105600"/>
          </a:xfrm>
          <a:prstGeom prst="hexagon">
            <a:avLst>
              <a:gd name="adj" fmla="val 25000"/>
              <a:gd name="vf" fmla="val 115470"/>
            </a:avLst>
          </a:prstGeom>
          <a:solidFill>
            <a:srgbClr val="8E7CC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 name="Google Shape;433;p15"/>
          <p:cNvSpPr/>
          <p:nvPr/>
        </p:nvSpPr>
        <p:spPr>
          <a:xfrm>
            <a:off x="8024096" y="3883754"/>
            <a:ext cx="121800" cy="105600"/>
          </a:xfrm>
          <a:prstGeom prst="hexagon">
            <a:avLst>
              <a:gd name="adj" fmla="val 25000"/>
              <a:gd name="vf" fmla="val 115470"/>
            </a:avLst>
          </a:prstGeom>
          <a:solidFill>
            <a:srgbClr val="A64D7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 name="Google Shape;434;p15"/>
          <p:cNvSpPr/>
          <p:nvPr/>
        </p:nvSpPr>
        <p:spPr>
          <a:xfrm>
            <a:off x="2713201" y="4540660"/>
            <a:ext cx="546600" cy="473700"/>
          </a:xfrm>
          <a:prstGeom prst="hexagon">
            <a:avLst>
              <a:gd name="adj" fmla="val 25000"/>
              <a:gd name="vf" fmla="val 115470"/>
            </a:avLst>
          </a:prstGeom>
          <a:solidFill>
            <a:srgbClr val="EA999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 name="Google Shape;435;p15"/>
          <p:cNvSpPr/>
          <p:nvPr/>
        </p:nvSpPr>
        <p:spPr>
          <a:xfrm>
            <a:off x="5776259" y="4540647"/>
            <a:ext cx="546600" cy="473400"/>
          </a:xfrm>
          <a:prstGeom prst="hexagon">
            <a:avLst>
              <a:gd name="adj" fmla="val 25000"/>
              <a:gd name="vf" fmla="val 115470"/>
            </a:avLst>
          </a:prstGeom>
          <a:solidFill>
            <a:srgbClr val="F9CB9C"/>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 name="Google Shape;436;p15"/>
          <p:cNvSpPr/>
          <p:nvPr/>
        </p:nvSpPr>
        <p:spPr>
          <a:xfrm>
            <a:off x="7827000" y="4504189"/>
            <a:ext cx="546600" cy="473400"/>
          </a:xfrm>
          <a:prstGeom prst="hexagon">
            <a:avLst>
              <a:gd name="adj" fmla="val 25000"/>
              <a:gd name="vf" fmla="val 115470"/>
            </a:avLst>
          </a:prstGeom>
          <a:solidFill>
            <a:srgbClr val="A4C2F4"/>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16"/>
          <p:cNvSpPr/>
          <p:nvPr/>
        </p:nvSpPr>
        <p:spPr>
          <a:xfrm>
            <a:off x="1971311" y="1079543"/>
            <a:ext cx="2313900" cy="1499700"/>
          </a:xfrm>
          <a:prstGeom prst="rect">
            <a:avLst/>
          </a:prstGeom>
          <a:solidFill>
            <a:srgbClr val="EFEFEF"/>
          </a:solidFill>
          <a:ln w="381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 name="Google Shape;442;p16"/>
          <p:cNvSpPr/>
          <p:nvPr/>
        </p:nvSpPr>
        <p:spPr>
          <a:xfrm>
            <a:off x="1971311" y="1360867"/>
            <a:ext cx="2296288" cy="737044"/>
          </a:xfrm>
          <a:custGeom>
            <a:avLst/>
            <a:gdLst/>
            <a:ahLst/>
            <a:cxnLst/>
            <a:rect l="l" t="t" r="r" b="b"/>
            <a:pathLst>
              <a:path w="174490" h="32394" extrusionOk="0">
                <a:moveTo>
                  <a:pt x="0" y="25695"/>
                </a:moveTo>
                <a:lnTo>
                  <a:pt x="6867" y="24212"/>
                </a:lnTo>
                <a:lnTo>
                  <a:pt x="18580" y="19766"/>
                </a:lnTo>
                <a:lnTo>
                  <a:pt x="25850" y="16306"/>
                </a:lnTo>
                <a:lnTo>
                  <a:pt x="37564" y="10871"/>
                </a:lnTo>
                <a:lnTo>
                  <a:pt x="48470" y="5436"/>
                </a:lnTo>
                <a:lnTo>
                  <a:pt x="59375" y="3459"/>
                </a:lnTo>
                <a:lnTo>
                  <a:pt x="74320" y="988"/>
                </a:lnTo>
                <a:lnTo>
                  <a:pt x="85226" y="988"/>
                </a:lnTo>
                <a:lnTo>
                  <a:pt x="102593" y="0"/>
                </a:lnTo>
                <a:lnTo>
                  <a:pt x="110332" y="4750"/>
                </a:lnTo>
                <a:lnTo>
                  <a:pt x="124380" y="10189"/>
                </a:lnTo>
                <a:lnTo>
                  <a:pt x="139335" y="10642"/>
                </a:lnTo>
                <a:lnTo>
                  <a:pt x="147492" y="13361"/>
                </a:lnTo>
                <a:lnTo>
                  <a:pt x="156555" y="16080"/>
                </a:lnTo>
                <a:lnTo>
                  <a:pt x="174490" y="5929"/>
                </a:lnTo>
                <a:lnTo>
                  <a:pt x="155506" y="15813"/>
                </a:lnTo>
                <a:lnTo>
                  <a:pt x="128040" y="16801"/>
                </a:lnTo>
                <a:lnTo>
                  <a:pt x="96939" y="13835"/>
                </a:lnTo>
                <a:lnTo>
                  <a:pt x="86841" y="12847"/>
                </a:lnTo>
                <a:lnTo>
                  <a:pt x="64626" y="16306"/>
                </a:lnTo>
                <a:lnTo>
                  <a:pt x="55740" y="21248"/>
                </a:lnTo>
                <a:lnTo>
                  <a:pt x="48247" y="26050"/>
                </a:lnTo>
                <a:lnTo>
                  <a:pt x="33293" y="31034"/>
                </a:lnTo>
                <a:lnTo>
                  <a:pt x="21510" y="32394"/>
                </a:lnTo>
                <a:lnTo>
                  <a:pt x="11541" y="31034"/>
                </a:lnTo>
                <a:close/>
              </a:path>
            </a:pathLst>
          </a:custGeom>
          <a:solidFill>
            <a:srgbClr val="EA9999"/>
          </a:solidFill>
          <a:ln>
            <a:noFill/>
          </a:ln>
        </p:spPr>
        <p:txBody>
          <a:bodyPr/>
          <a:lstStyle/>
          <a:p>
            <a:endParaRPr lang="en-US"/>
          </a:p>
        </p:txBody>
      </p:sp>
      <p:sp>
        <p:nvSpPr>
          <p:cNvPr id="443" name="Google Shape;443;p16"/>
          <p:cNvSpPr/>
          <p:nvPr/>
        </p:nvSpPr>
        <p:spPr>
          <a:xfrm>
            <a:off x="2809260" y="1064049"/>
            <a:ext cx="1470905" cy="1257917"/>
          </a:xfrm>
          <a:custGeom>
            <a:avLst/>
            <a:gdLst/>
            <a:ahLst/>
            <a:cxnLst/>
            <a:rect l="l" t="t" r="r" b="b"/>
            <a:pathLst>
              <a:path w="113103" h="55287" extrusionOk="0">
                <a:moveTo>
                  <a:pt x="0" y="25974"/>
                </a:moveTo>
                <a:lnTo>
                  <a:pt x="15641" y="20989"/>
                </a:lnTo>
                <a:lnTo>
                  <a:pt x="29441" y="18270"/>
                </a:lnTo>
                <a:lnTo>
                  <a:pt x="37271" y="18467"/>
                </a:lnTo>
                <a:lnTo>
                  <a:pt x="49728" y="22455"/>
                </a:lnTo>
                <a:lnTo>
                  <a:pt x="64601" y="20846"/>
                </a:lnTo>
                <a:lnTo>
                  <a:pt x="78637" y="21753"/>
                </a:lnTo>
                <a:lnTo>
                  <a:pt x="90121" y="20846"/>
                </a:lnTo>
                <a:lnTo>
                  <a:pt x="99478" y="14049"/>
                </a:lnTo>
                <a:lnTo>
                  <a:pt x="104545" y="10488"/>
                </a:lnTo>
                <a:lnTo>
                  <a:pt x="113103" y="0"/>
                </a:lnTo>
                <a:lnTo>
                  <a:pt x="113103" y="55287"/>
                </a:lnTo>
                <a:lnTo>
                  <a:pt x="104958" y="52377"/>
                </a:lnTo>
                <a:lnTo>
                  <a:pt x="90424" y="46392"/>
                </a:lnTo>
                <a:lnTo>
                  <a:pt x="70077" y="41406"/>
                </a:lnTo>
                <a:lnTo>
                  <a:pt x="56373" y="35421"/>
                </a:lnTo>
                <a:lnTo>
                  <a:pt x="43915" y="32428"/>
                </a:lnTo>
                <a:lnTo>
                  <a:pt x="27661" y="24141"/>
                </a:lnTo>
                <a:lnTo>
                  <a:pt x="19957" y="23688"/>
                </a:lnTo>
                <a:lnTo>
                  <a:pt x="11800" y="25047"/>
                </a:lnTo>
                <a:close/>
              </a:path>
            </a:pathLst>
          </a:custGeom>
          <a:solidFill>
            <a:srgbClr val="F9CB9C"/>
          </a:solidFill>
          <a:ln>
            <a:noFill/>
          </a:ln>
        </p:spPr>
        <p:txBody>
          <a:bodyPr/>
          <a:lstStyle/>
          <a:p>
            <a:endParaRPr lang="en-US"/>
          </a:p>
        </p:txBody>
      </p:sp>
      <p:sp>
        <p:nvSpPr>
          <p:cNvPr id="444" name="Google Shape;444;p16"/>
          <p:cNvSpPr/>
          <p:nvPr/>
        </p:nvSpPr>
        <p:spPr>
          <a:xfrm>
            <a:off x="3545185" y="1726737"/>
            <a:ext cx="734936" cy="852478"/>
          </a:xfrm>
          <a:custGeom>
            <a:avLst/>
            <a:gdLst/>
            <a:ahLst/>
            <a:cxnLst/>
            <a:rect l="l" t="t" r="r" b="b"/>
            <a:pathLst>
              <a:path w="58006" h="31797" extrusionOk="0">
                <a:moveTo>
                  <a:pt x="0" y="0"/>
                </a:moveTo>
                <a:lnTo>
                  <a:pt x="33329" y="9191"/>
                </a:lnTo>
                <a:lnTo>
                  <a:pt x="51512" y="12295"/>
                </a:lnTo>
                <a:lnTo>
                  <a:pt x="58006" y="14511"/>
                </a:lnTo>
                <a:lnTo>
                  <a:pt x="58006" y="31797"/>
                </a:lnTo>
                <a:lnTo>
                  <a:pt x="52810" y="25149"/>
                </a:lnTo>
                <a:lnTo>
                  <a:pt x="46317" y="19387"/>
                </a:lnTo>
                <a:lnTo>
                  <a:pt x="33763" y="14067"/>
                </a:lnTo>
                <a:lnTo>
                  <a:pt x="22205" y="9516"/>
                </a:lnTo>
                <a:lnTo>
                  <a:pt x="13595" y="6797"/>
                </a:lnTo>
                <a:close/>
              </a:path>
            </a:pathLst>
          </a:custGeom>
          <a:solidFill>
            <a:srgbClr val="B6D7A8"/>
          </a:solidFill>
          <a:ln>
            <a:noFill/>
          </a:ln>
        </p:spPr>
        <p:txBody>
          <a:bodyPr/>
          <a:lstStyle/>
          <a:p>
            <a:endParaRPr lang="en-US"/>
          </a:p>
        </p:txBody>
      </p:sp>
      <p:sp>
        <p:nvSpPr>
          <p:cNvPr id="445" name="Google Shape;445;p16"/>
          <p:cNvSpPr/>
          <p:nvPr/>
        </p:nvSpPr>
        <p:spPr>
          <a:xfrm>
            <a:off x="4336233" y="1079543"/>
            <a:ext cx="2313900" cy="1499700"/>
          </a:xfrm>
          <a:prstGeom prst="rect">
            <a:avLst/>
          </a:prstGeom>
          <a:solidFill>
            <a:srgbClr val="EFEFEF"/>
          </a:solidFill>
          <a:ln w="381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 name="Google Shape;446;p16"/>
          <p:cNvSpPr/>
          <p:nvPr/>
        </p:nvSpPr>
        <p:spPr>
          <a:xfrm>
            <a:off x="4362331" y="1087298"/>
            <a:ext cx="2282984" cy="1355637"/>
          </a:xfrm>
          <a:custGeom>
            <a:avLst/>
            <a:gdLst/>
            <a:ahLst/>
            <a:cxnLst/>
            <a:rect l="l" t="t" r="r" b="b"/>
            <a:pathLst>
              <a:path w="113103" h="55287" extrusionOk="0">
                <a:moveTo>
                  <a:pt x="0" y="25974"/>
                </a:moveTo>
                <a:lnTo>
                  <a:pt x="15641" y="20989"/>
                </a:lnTo>
                <a:lnTo>
                  <a:pt x="29441" y="18270"/>
                </a:lnTo>
                <a:lnTo>
                  <a:pt x="37271" y="18467"/>
                </a:lnTo>
                <a:lnTo>
                  <a:pt x="49728" y="22455"/>
                </a:lnTo>
                <a:lnTo>
                  <a:pt x="64601" y="20846"/>
                </a:lnTo>
                <a:lnTo>
                  <a:pt x="78637" y="21753"/>
                </a:lnTo>
                <a:lnTo>
                  <a:pt x="90121" y="20846"/>
                </a:lnTo>
                <a:lnTo>
                  <a:pt x="99478" y="14049"/>
                </a:lnTo>
                <a:lnTo>
                  <a:pt x="104545" y="10488"/>
                </a:lnTo>
                <a:lnTo>
                  <a:pt x="113103" y="0"/>
                </a:lnTo>
                <a:lnTo>
                  <a:pt x="113103" y="55287"/>
                </a:lnTo>
                <a:lnTo>
                  <a:pt x="104958" y="52377"/>
                </a:lnTo>
                <a:lnTo>
                  <a:pt x="90424" y="46392"/>
                </a:lnTo>
                <a:lnTo>
                  <a:pt x="70077" y="41406"/>
                </a:lnTo>
                <a:lnTo>
                  <a:pt x="56373" y="35421"/>
                </a:lnTo>
                <a:lnTo>
                  <a:pt x="43915" y="32428"/>
                </a:lnTo>
                <a:lnTo>
                  <a:pt x="27661" y="24141"/>
                </a:lnTo>
                <a:lnTo>
                  <a:pt x="19957" y="23688"/>
                </a:lnTo>
                <a:lnTo>
                  <a:pt x="11800" y="25047"/>
                </a:lnTo>
                <a:close/>
              </a:path>
            </a:pathLst>
          </a:custGeom>
          <a:solidFill>
            <a:srgbClr val="F9CB9C"/>
          </a:solidFill>
          <a:ln>
            <a:noFill/>
          </a:ln>
        </p:spPr>
        <p:txBody>
          <a:bodyPr/>
          <a:lstStyle/>
          <a:p>
            <a:endParaRPr lang="en-US"/>
          </a:p>
        </p:txBody>
      </p:sp>
      <p:sp>
        <p:nvSpPr>
          <p:cNvPr id="447" name="Google Shape;447;p16"/>
          <p:cNvSpPr/>
          <p:nvPr/>
        </p:nvSpPr>
        <p:spPr>
          <a:xfrm>
            <a:off x="5704428" y="1828791"/>
            <a:ext cx="952831" cy="750420"/>
          </a:xfrm>
          <a:custGeom>
            <a:avLst/>
            <a:gdLst/>
            <a:ahLst/>
            <a:cxnLst/>
            <a:rect l="l" t="t" r="r" b="b"/>
            <a:pathLst>
              <a:path w="41800" h="32924" extrusionOk="0">
                <a:moveTo>
                  <a:pt x="0" y="586"/>
                </a:moveTo>
                <a:lnTo>
                  <a:pt x="24579" y="5439"/>
                </a:lnTo>
                <a:lnTo>
                  <a:pt x="37268" y="3626"/>
                </a:lnTo>
                <a:lnTo>
                  <a:pt x="41800" y="0"/>
                </a:lnTo>
                <a:lnTo>
                  <a:pt x="41271" y="32924"/>
                </a:lnTo>
                <a:lnTo>
                  <a:pt x="37574" y="26163"/>
                </a:lnTo>
                <a:lnTo>
                  <a:pt x="32954" y="20303"/>
                </a:lnTo>
                <a:lnTo>
                  <a:pt x="24022" y="14893"/>
                </a:lnTo>
                <a:lnTo>
                  <a:pt x="15799" y="10264"/>
                </a:lnTo>
                <a:lnTo>
                  <a:pt x="9673" y="7499"/>
                </a:lnTo>
                <a:close/>
              </a:path>
            </a:pathLst>
          </a:custGeom>
          <a:solidFill>
            <a:srgbClr val="A4C2F4"/>
          </a:solidFill>
          <a:ln>
            <a:noFill/>
          </a:ln>
        </p:spPr>
        <p:txBody>
          <a:bodyPr/>
          <a:lstStyle/>
          <a:p>
            <a:endParaRPr lang="en-US"/>
          </a:p>
        </p:txBody>
      </p:sp>
      <p:sp>
        <p:nvSpPr>
          <p:cNvPr id="448" name="Google Shape;448;p16"/>
          <p:cNvSpPr/>
          <p:nvPr/>
        </p:nvSpPr>
        <p:spPr>
          <a:xfrm>
            <a:off x="6701154" y="1087293"/>
            <a:ext cx="2313900" cy="1499700"/>
          </a:xfrm>
          <a:prstGeom prst="rect">
            <a:avLst/>
          </a:prstGeom>
          <a:solidFill>
            <a:srgbClr val="EFEFEF"/>
          </a:solidFill>
          <a:ln w="381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 name="Google Shape;449;p16"/>
          <p:cNvSpPr/>
          <p:nvPr/>
        </p:nvSpPr>
        <p:spPr>
          <a:xfrm>
            <a:off x="6729509" y="1087310"/>
            <a:ext cx="2285791" cy="1491769"/>
          </a:xfrm>
          <a:custGeom>
            <a:avLst/>
            <a:gdLst/>
            <a:ahLst/>
            <a:cxnLst/>
            <a:rect l="l" t="t" r="r" b="b"/>
            <a:pathLst>
              <a:path w="100276" h="65450" extrusionOk="0">
                <a:moveTo>
                  <a:pt x="0" y="56095"/>
                </a:moveTo>
                <a:lnTo>
                  <a:pt x="10423" y="50204"/>
                </a:lnTo>
                <a:lnTo>
                  <a:pt x="16314" y="42953"/>
                </a:lnTo>
                <a:lnTo>
                  <a:pt x="19939" y="34343"/>
                </a:lnTo>
                <a:lnTo>
                  <a:pt x="20592" y="28398"/>
                </a:lnTo>
                <a:lnTo>
                  <a:pt x="26933" y="19745"/>
                </a:lnTo>
                <a:lnTo>
                  <a:pt x="33272" y="16597"/>
                </a:lnTo>
                <a:lnTo>
                  <a:pt x="41960" y="12663"/>
                </a:lnTo>
                <a:lnTo>
                  <a:pt x="48300" y="12663"/>
                </a:lnTo>
                <a:lnTo>
                  <a:pt x="58396" y="11090"/>
                </a:lnTo>
                <a:lnTo>
                  <a:pt x="67881" y="16247"/>
                </a:lnTo>
                <a:lnTo>
                  <a:pt x="82481" y="7891"/>
                </a:lnTo>
                <a:lnTo>
                  <a:pt x="91150" y="929"/>
                </a:lnTo>
                <a:lnTo>
                  <a:pt x="96625" y="465"/>
                </a:lnTo>
                <a:lnTo>
                  <a:pt x="100276" y="0"/>
                </a:lnTo>
                <a:lnTo>
                  <a:pt x="100192" y="20530"/>
                </a:lnTo>
                <a:lnTo>
                  <a:pt x="99819" y="65450"/>
                </a:lnTo>
                <a:lnTo>
                  <a:pt x="75637" y="52453"/>
                </a:lnTo>
                <a:lnTo>
                  <a:pt x="60125" y="44562"/>
                </a:lnTo>
                <a:lnTo>
                  <a:pt x="49175" y="42241"/>
                </a:lnTo>
                <a:lnTo>
                  <a:pt x="40050" y="44098"/>
                </a:lnTo>
                <a:lnTo>
                  <a:pt x="31159" y="44920"/>
                </a:lnTo>
                <a:lnTo>
                  <a:pt x="29100" y="46419"/>
                </a:lnTo>
                <a:lnTo>
                  <a:pt x="24537" y="49204"/>
                </a:lnTo>
                <a:lnTo>
                  <a:pt x="20887" y="51525"/>
                </a:lnTo>
                <a:lnTo>
                  <a:pt x="16325" y="52917"/>
                </a:lnTo>
                <a:close/>
              </a:path>
            </a:pathLst>
          </a:custGeom>
          <a:solidFill>
            <a:srgbClr val="A4C2F4"/>
          </a:solidFill>
          <a:ln>
            <a:noFill/>
          </a:ln>
        </p:spPr>
        <p:txBody>
          <a:bodyPr/>
          <a:lstStyle/>
          <a:p>
            <a:endParaRPr lang="en-US"/>
          </a:p>
        </p:txBody>
      </p:sp>
      <p:sp>
        <p:nvSpPr>
          <p:cNvPr id="450" name="Google Shape;450;p16"/>
          <p:cNvSpPr/>
          <p:nvPr/>
        </p:nvSpPr>
        <p:spPr>
          <a:xfrm>
            <a:off x="7544386" y="1197427"/>
            <a:ext cx="1455210" cy="1063886"/>
          </a:xfrm>
          <a:custGeom>
            <a:avLst/>
            <a:gdLst/>
            <a:ahLst/>
            <a:cxnLst/>
            <a:rect l="l" t="t" r="r" b="b"/>
            <a:pathLst>
              <a:path w="63839" h="46677" extrusionOk="0">
                <a:moveTo>
                  <a:pt x="0" y="21344"/>
                </a:moveTo>
                <a:lnTo>
                  <a:pt x="8923" y="17019"/>
                </a:lnTo>
                <a:lnTo>
                  <a:pt x="16796" y="14660"/>
                </a:lnTo>
                <a:lnTo>
                  <a:pt x="21263" y="14831"/>
                </a:lnTo>
                <a:lnTo>
                  <a:pt x="28370" y="18291"/>
                </a:lnTo>
                <a:lnTo>
                  <a:pt x="36855" y="16895"/>
                </a:lnTo>
                <a:lnTo>
                  <a:pt x="44862" y="17682"/>
                </a:lnTo>
                <a:lnTo>
                  <a:pt x="51414" y="16895"/>
                </a:lnTo>
                <a:lnTo>
                  <a:pt x="56752" y="10998"/>
                </a:lnTo>
                <a:lnTo>
                  <a:pt x="59643" y="7908"/>
                </a:lnTo>
                <a:lnTo>
                  <a:pt x="63839" y="0"/>
                </a:lnTo>
                <a:lnTo>
                  <a:pt x="63839" y="46677"/>
                </a:lnTo>
                <a:lnTo>
                  <a:pt x="59879" y="44251"/>
                </a:lnTo>
                <a:lnTo>
                  <a:pt x="51587" y="39059"/>
                </a:lnTo>
                <a:lnTo>
                  <a:pt x="39979" y="34733"/>
                </a:lnTo>
                <a:lnTo>
                  <a:pt x="32161" y="29540"/>
                </a:lnTo>
                <a:lnTo>
                  <a:pt x="25054" y="26944"/>
                </a:lnTo>
                <a:lnTo>
                  <a:pt x="15781" y="19754"/>
                </a:lnTo>
                <a:lnTo>
                  <a:pt x="11385" y="19361"/>
                </a:lnTo>
                <a:lnTo>
                  <a:pt x="6732" y="20540"/>
                </a:lnTo>
                <a:close/>
              </a:path>
            </a:pathLst>
          </a:custGeom>
          <a:solidFill>
            <a:srgbClr val="A64D79"/>
          </a:solidFill>
          <a:ln>
            <a:noFill/>
          </a:ln>
        </p:spPr>
        <p:txBody>
          <a:bodyPr/>
          <a:lstStyle/>
          <a:p>
            <a:endParaRPr lang="en-US"/>
          </a:p>
        </p:txBody>
      </p:sp>
      <p:sp>
        <p:nvSpPr>
          <p:cNvPr id="451" name="Google Shape;451;p16"/>
          <p:cNvSpPr/>
          <p:nvPr/>
        </p:nvSpPr>
        <p:spPr>
          <a:xfrm>
            <a:off x="7809432" y="1930075"/>
            <a:ext cx="1190138" cy="561297"/>
          </a:xfrm>
          <a:custGeom>
            <a:avLst/>
            <a:gdLst/>
            <a:ahLst/>
            <a:cxnLst/>
            <a:rect l="l" t="t" r="r" b="b"/>
            <a:pathLst>
              <a:path w="58006" h="31797" extrusionOk="0">
                <a:moveTo>
                  <a:pt x="0" y="0"/>
                </a:moveTo>
                <a:lnTo>
                  <a:pt x="33329" y="9191"/>
                </a:lnTo>
                <a:lnTo>
                  <a:pt x="51512" y="12295"/>
                </a:lnTo>
                <a:lnTo>
                  <a:pt x="58006" y="14511"/>
                </a:lnTo>
                <a:lnTo>
                  <a:pt x="58006" y="31797"/>
                </a:lnTo>
                <a:lnTo>
                  <a:pt x="52810" y="25149"/>
                </a:lnTo>
                <a:lnTo>
                  <a:pt x="46317" y="19387"/>
                </a:lnTo>
                <a:lnTo>
                  <a:pt x="33763" y="14067"/>
                </a:lnTo>
                <a:lnTo>
                  <a:pt x="22205" y="9516"/>
                </a:lnTo>
                <a:lnTo>
                  <a:pt x="13595" y="6797"/>
                </a:lnTo>
                <a:close/>
              </a:path>
            </a:pathLst>
          </a:custGeom>
          <a:solidFill>
            <a:srgbClr val="8E7CC3"/>
          </a:solidFill>
          <a:ln>
            <a:noFill/>
          </a:ln>
        </p:spPr>
        <p:txBody>
          <a:bodyPr/>
          <a:lstStyle/>
          <a:p>
            <a:endParaRPr lang="en-US"/>
          </a:p>
        </p:txBody>
      </p:sp>
      <p:sp>
        <p:nvSpPr>
          <p:cNvPr id="452" name="Google Shape;452;p16"/>
          <p:cNvSpPr txBox="1">
            <a:spLocks noGrp="1"/>
          </p:cNvSpPr>
          <p:nvPr>
            <p:ph type="title"/>
          </p:nvPr>
        </p:nvSpPr>
        <p:spPr>
          <a:xfrm>
            <a:off x="0" y="-17225"/>
            <a:ext cx="9020100" cy="69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000">
                <a:latin typeface="Lato Light"/>
                <a:ea typeface="Lato Light"/>
                <a:cs typeface="Lato Light"/>
                <a:sym typeface="Lato Light"/>
              </a:rPr>
              <a:t>The changes that we observe in </a:t>
            </a:r>
            <a:r>
              <a:rPr lang="en" sz="2000" b="1">
                <a:latin typeface="Lato"/>
                <a:ea typeface="Lato"/>
                <a:cs typeface="Lato"/>
                <a:sym typeface="Lato"/>
              </a:rPr>
              <a:t>consensus genomes reflect additional processes beyond mutation</a:t>
            </a:r>
            <a:r>
              <a:rPr lang="en" sz="2000">
                <a:latin typeface="Lato Light"/>
                <a:ea typeface="Lato Light"/>
                <a:cs typeface="Lato Light"/>
                <a:sym typeface="Lato Light"/>
              </a:rPr>
              <a:t>. </a:t>
            </a:r>
            <a:endParaRPr sz="2000" b="1">
              <a:latin typeface="Lato"/>
              <a:ea typeface="Lato"/>
              <a:cs typeface="Lato"/>
              <a:sym typeface="Lato"/>
            </a:endParaRPr>
          </a:p>
        </p:txBody>
      </p:sp>
      <p:sp>
        <p:nvSpPr>
          <p:cNvPr id="453" name="Google Shape;453;p16"/>
          <p:cNvSpPr/>
          <p:nvPr/>
        </p:nvSpPr>
        <p:spPr>
          <a:xfrm>
            <a:off x="1971300" y="3525888"/>
            <a:ext cx="361500" cy="3615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54" name="Google Shape;454;p16"/>
          <p:cNvCxnSpPr/>
          <p:nvPr/>
        </p:nvCxnSpPr>
        <p:spPr>
          <a:xfrm>
            <a:off x="2339191" y="3706688"/>
            <a:ext cx="2384100" cy="0"/>
          </a:xfrm>
          <a:prstGeom prst="straightConnector1">
            <a:avLst/>
          </a:prstGeom>
          <a:noFill/>
          <a:ln w="28575" cap="flat" cmpd="sng">
            <a:solidFill>
              <a:srgbClr val="434343"/>
            </a:solidFill>
            <a:prstDash val="solid"/>
            <a:round/>
            <a:headEnd type="none" w="sm" len="sm"/>
            <a:tailEnd type="none" w="sm" len="sm"/>
          </a:ln>
        </p:spPr>
      </p:cxnSp>
      <p:cxnSp>
        <p:nvCxnSpPr>
          <p:cNvPr id="455" name="Google Shape;455;p16"/>
          <p:cNvCxnSpPr/>
          <p:nvPr/>
        </p:nvCxnSpPr>
        <p:spPr>
          <a:xfrm>
            <a:off x="4737277" y="3613416"/>
            <a:ext cx="0" cy="186600"/>
          </a:xfrm>
          <a:prstGeom prst="straightConnector1">
            <a:avLst/>
          </a:prstGeom>
          <a:noFill/>
          <a:ln w="28575" cap="flat" cmpd="sng">
            <a:solidFill>
              <a:srgbClr val="434343"/>
            </a:solidFill>
            <a:prstDash val="solid"/>
            <a:round/>
            <a:headEnd type="none" w="sm" len="sm"/>
            <a:tailEnd type="none" w="sm" len="sm"/>
          </a:ln>
        </p:spPr>
      </p:cxnSp>
      <p:sp>
        <p:nvSpPr>
          <p:cNvPr id="456" name="Google Shape;456;p16"/>
          <p:cNvSpPr/>
          <p:nvPr/>
        </p:nvSpPr>
        <p:spPr>
          <a:xfrm>
            <a:off x="4130359" y="3954706"/>
            <a:ext cx="361500" cy="3615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57" name="Google Shape;457;p16"/>
          <p:cNvCxnSpPr/>
          <p:nvPr/>
        </p:nvCxnSpPr>
        <p:spPr>
          <a:xfrm>
            <a:off x="4311159" y="3706893"/>
            <a:ext cx="0" cy="247800"/>
          </a:xfrm>
          <a:prstGeom prst="straightConnector1">
            <a:avLst/>
          </a:prstGeom>
          <a:noFill/>
          <a:ln w="28575" cap="flat" cmpd="sng">
            <a:solidFill>
              <a:srgbClr val="434343"/>
            </a:solidFill>
            <a:prstDash val="solid"/>
            <a:round/>
            <a:headEnd type="none" w="sm" len="sm"/>
            <a:tailEnd type="none" w="sm" len="sm"/>
          </a:ln>
        </p:spPr>
      </p:cxnSp>
      <p:cxnSp>
        <p:nvCxnSpPr>
          <p:cNvPr id="458" name="Google Shape;458;p16"/>
          <p:cNvCxnSpPr/>
          <p:nvPr/>
        </p:nvCxnSpPr>
        <p:spPr>
          <a:xfrm>
            <a:off x="4498228" y="4135780"/>
            <a:ext cx="3210000" cy="0"/>
          </a:xfrm>
          <a:prstGeom prst="straightConnector1">
            <a:avLst/>
          </a:prstGeom>
          <a:noFill/>
          <a:ln w="28575" cap="flat" cmpd="sng">
            <a:solidFill>
              <a:srgbClr val="434343"/>
            </a:solidFill>
            <a:prstDash val="solid"/>
            <a:round/>
            <a:headEnd type="none" w="sm" len="sm"/>
            <a:tailEnd type="none" w="sm" len="sm"/>
          </a:ln>
        </p:spPr>
      </p:cxnSp>
      <p:cxnSp>
        <p:nvCxnSpPr>
          <p:cNvPr id="459" name="Google Shape;459;p16"/>
          <p:cNvCxnSpPr/>
          <p:nvPr/>
        </p:nvCxnSpPr>
        <p:spPr>
          <a:xfrm>
            <a:off x="7708319" y="4042234"/>
            <a:ext cx="0" cy="186600"/>
          </a:xfrm>
          <a:prstGeom prst="straightConnector1">
            <a:avLst/>
          </a:prstGeom>
          <a:noFill/>
          <a:ln w="28575" cap="flat" cmpd="sng">
            <a:solidFill>
              <a:srgbClr val="434343"/>
            </a:solidFill>
            <a:prstDash val="solid"/>
            <a:round/>
            <a:headEnd type="none" w="sm" len="sm"/>
            <a:tailEnd type="none" w="sm" len="sm"/>
          </a:ln>
        </p:spPr>
      </p:cxnSp>
      <p:sp>
        <p:nvSpPr>
          <p:cNvPr id="460" name="Google Shape;460;p16"/>
          <p:cNvSpPr/>
          <p:nvPr/>
        </p:nvSpPr>
        <p:spPr>
          <a:xfrm>
            <a:off x="6520354" y="4434811"/>
            <a:ext cx="361500" cy="3615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61" name="Google Shape;461;p16"/>
          <p:cNvCxnSpPr/>
          <p:nvPr/>
        </p:nvCxnSpPr>
        <p:spPr>
          <a:xfrm>
            <a:off x="6701154" y="4135780"/>
            <a:ext cx="0" cy="293700"/>
          </a:xfrm>
          <a:prstGeom prst="straightConnector1">
            <a:avLst/>
          </a:prstGeom>
          <a:noFill/>
          <a:ln w="28575" cap="flat" cmpd="sng">
            <a:solidFill>
              <a:srgbClr val="434343"/>
            </a:solidFill>
            <a:prstDash val="solid"/>
            <a:round/>
            <a:headEnd type="none" w="sm" len="sm"/>
            <a:tailEnd type="none" w="sm" len="sm"/>
          </a:ln>
        </p:spPr>
      </p:cxnSp>
      <p:cxnSp>
        <p:nvCxnSpPr>
          <p:cNvPr id="462" name="Google Shape;462;p16"/>
          <p:cNvCxnSpPr/>
          <p:nvPr/>
        </p:nvCxnSpPr>
        <p:spPr>
          <a:xfrm>
            <a:off x="6881954" y="4615611"/>
            <a:ext cx="2138100" cy="0"/>
          </a:xfrm>
          <a:prstGeom prst="straightConnector1">
            <a:avLst/>
          </a:prstGeom>
          <a:noFill/>
          <a:ln w="28575" cap="flat" cmpd="sng">
            <a:solidFill>
              <a:srgbClr val="434343"/>
            </a:solidFill>
            <a:prstDash val="solid"/>
            <a:round/>
            <a:headEnd type="none" w="sm" len="sm"/>
            <a:tailEnd type="none" w="sm" len="sm"/>
          </a:ln>
        </p:spPr>
      </p:cxnSp>
      <p:cxnSp>
        <p:nvCxnSpPr>
          <p:cNvPr id="463" name="Google Shape;463;p16"/>
          <p:cNvCxnSpPr/>
          <p:nvPr/>
        </p:nvCxnSpPr>
        <p:spPr>
          <a:xfrm>
            <a:off x="9015177" y="4522339"/>
            <a:ext cx="0" cy="186600"/>
          </a:xfrm>
          <a:prstGeom prst="straightConnector1">
            <a:avLst/>
          </a:prstGeom>
          <a:noFill/>
          <a:ln w="28575" cap="flat" cmpd="sng">
            <a:solidFill>
              <a:srgbClr val="434343"/>
            </a:solidFill>
            <a:prstDash val="solid"/>
            <a:round/>
            <a:headEnd type="none" w="sm" len="sm"/>
            <a:tailEnd type="none" w="sm" len="sm"/>
          </a:ln>
        </p:spPr>
      </p:cxnSp>
      <p:sp>
        <p:nvSpPr>
          <p:cNvPr id="464" name="Google Shape;464;p16"/>
          <p:cNvSpPr/>
          <p:nvPr/>
        </p:nvSpPr>
        <p:spPr>
          <a:xfrm>
            <a:off x="2048850" y="3954712"/>
            <a:ext cx="206400" cy="178800"/>
          </a:xfrm>
          <a:prstGeom prst="hexagon">
            <a:avLst>
              <a:gd name="adj" fmla="val 25000"/>
              <a:gd name="vf" fmla="val 115470"/>
            </a:avLst>
          </a:prstGeom>
          <a:solidFill>
            <a:srgbClr val="EA999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 name="Google Shape;465;p16"/>
          <p:cNvSpPr/>
          <p:nvPr/>
        </p:nvSpPr>
        <p:spPr>
          <a:xfrm>
            <a:off x="4207898" y="4384784"/>
            <a:ext cx="206400" cy="178800"/>
          </a:xfrm>
          <a:prstGeom prst="hexagon">
            <a:avLst>
              <a:gd name="adj" fmla="val 25000"/>
              <a:gd name="vf" fmla="val 115470"/>
            </a:avLst>
          </a:prstGeom>
          <a:solidFill>
            <a:srgbClr val="F9CB9C"/>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Google Shape;466;p16"/>
          <p:cNvSpPr/>
          <p:nvPr/>
        </p:nvSpPr>
        <p:spPr>
          <a:xfrm>
            <a:off x="6597892" y="4843964"/>
            <a:ext cx="206400" cy="178800"/>
          </a:xfrm>
          <a:prstGeom prst="hexagon">
            <a:avLst>
              <a:gd name="adj" fmla="val 25000"/>
              <a:gd name="vf" fmla="val 115470"/>
            </a:avLst>
          </a:prstGeom>
          <a:solidFill>
            <a:srgbClr val="A4C2F4"/>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 name="Google Shape;467;p16"/>
          <p:cNvSpPr txBox="1"/>
          <p:nvPr/>
        </p:nvSpPr>
        <p:spPr>
          <a:xfrm>
            <a:off x="0" y="1079550"/>
            <a:ext cx="18435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1" u="none" strike="noStrike" cap="none">
                <a:solidFill>
                  <a:srgbClr val="000000"/>
                </a:solidFill>
                <a:latin typeface="Lato"/>
                <a:ea typeface="Lato"/>
                <a:cs typeface="Lato"/>
                <a:sym typeface="Lato"/>
              </a:rPr>
              <a:t>In nature</a:t>
            </a:r>
            <a:endParaRPr sz="1800" b="0" i="1"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Actual errors made during the replication cycle.</a:t>
            </a:r>
            <a:endParaRPr sz="1200" b="0" i="0" u="none" strike="noStrike" cap="none">
              <a:solidFill>
                <a:srgbClr val="000000"/>
              </a:solidFill>
              <a:latin typeface="Lato"/>
              <a:ea typeface="Lato"/>
              <a:cs typeface="Lato"/>
              <a:sym typeface="Lato"/>
            </a:endParaRPr>
          </a:p>
        </p:txBody>
      </p:sp>
      <p:sp>
        <p:nvSpPr>
          <p:cNvPr id="468" name="Google Shape;468;p16"/>
          <p:cNvSpPr txBox="1"/>
          <p:nvPr/>
        </p:nvSpPr>
        <p:spPr>
          <a:xfrm>
            <a:off x="0" y="3461350"/>
            <a:ext cx="1971300" cy="1200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1" u="none" strike="noStrike" cap="none">
                <a:solidFill>
                  <a:srgbClr val="000000"/>
                </a:solidFill>
                <a:latin typeface="Lato"/>
                <a:ea typeface="Lato"/>
                <a:cs typeface="Lato"/>
                <a:sym typeface="Lato"/>
              </a:rPr>
              <a:t>In our data</a:t>
            </a:r>
            <a:endParaRPr sz="1800" b="0" i="1"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Lato"/>
                <a:ea typeface="Lato"/>
                <a:cs typeface="Lato"/>
                <a:sym typeface="Lato"/>
              </a:rPr>
              <a:t>The changes to consensus sequences that we observe at the population level.</a:t>
            </a:r>
            <a:endParaRPr sz="1800" b="0" i="0" u="none" strike="noStrike" cap="none">
              <a:solidFill>
                <a:srgbClr val="000000"/>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17"/>
          <p:cNvSpPr txBox="1">
            <a:spLocks noGrp="1"/>
          </p:cNvSpPr>
          <p:nvPr>
            <p:ph type="title"/>
          </p:nvPr>
        </p:nvSpPr>
        <p:spPr>
          <a:xfrm>
            <a:off x="0" y="-17225"/>
            <a:ext cx="9020100" cy="69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000">
                <a:latin typeface="Lato Light"/>
                <a:ea typeface="Lato Light"/>
                <a:cs typeface="Lato Light"/>
                <a:sym typeface="Lato Light"/>
              </a:rPr>
              <a:t>If this is the process that is </a:t>
            </a:r>
            <a:r>
              <a:rPr lang="en" sz="2000" b="1">
                <a:latin typeface="Lato"/>
                <a:ea typeface="Lato"/>
                <a:cs typeface="Lato"/>
                <a:sym typeface="Lato"/>
              </a:rPr>
              <a:t>occurring in nature</a:t>
            </a:r>
            <a:r>
              <a:rPr lang="en" sz="2000">
                <a:latin typeface="Lato Light"/>
                <a:ea typeface="Lato Light"/>
                <a:cs typeface="Lato Light"/>
                <a:sym typeface="Lato Light"/>
              </a:rPr>
              <a:t>...</a:t>
            </a:r>
            <a:endParaRPr sz="2000">
              <a:latin typeface="Lato Light"/>
              <a:ea typeface="Lato Light"/>
              <a:cs typeface="Lato Light"/>
              <a:sym typeface="Lato Light"/>
            </a:endParaRPr>
          </a:p>
        </p:txBody>
      </p:sp>
      <p:sp>
        <p:nvSpPr>
          <p:cNvPr id="474" name="Google Shape;474;p17"/>
          <p:cNvSpPr/>
          <p:nvPr/>
        </p:nvSpPr>
        <p:spPr>
          <a:xfrm>
            <a:off x="425138" y="389725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5" name="Google Shape;475;p17"/>
          <p:cNvSpPr/>
          <p:nvPr/>
        </p:nvSpPr>
        <p:spPr>
          <a:xfrm>
            <a:off x="1914638" y="111020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6" name="Google Shape;476;p17"/>
          <p:cNvSpPr/>
          <p:nvPr/>
        </p:nvSpPr>
        <p:spPr>
          <a:xfrm>
            <a:off x="4428713" y="278405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77" name="Google Shape;477;p17"/>
          <p:cNvCxnSpPr/>
          <p:nvPr/>
        </p:nvCxnSpPr>
        <p:spPr>
          <a:xfrm>
            <a:off x="821738" y="4095550"/>
            <a:ext cx="1291500" cy="0"/>
          </a:xfrm>
          <a:prstGeom prst="straightConnector1">
            <a:avLst/>
          </a:prstGeom>
          <a:noFill/>
          <a:ln w="28575" cap="flat" cmpd="sng">
            <a:solidFill>
              <a:srgbClr val="434343"/>
            </a:solidFill>
            <a:prstDash val="solid"/>
            <a:round/>
            <a:headEnd type="none" w="sm" len="sm"/>
            <a:tailEnd type="none" w="sm" len="sm"/>
          </a:ln>
        </p:spPr>
      </p:cxnSp>
      <p:cxnSp>
        <p:nvCxnSpPr>
          <p:cNvPr id="478" name="Google Shape;478;p17"/>
          <p:cNvCxnSpPr/>
          <p:nvPr/>
        </p:nvCxnSpPr>
        <p:spPr>
          <a:xfrm>
            <a:off x="2113238" y="3993250"/>
            <a:ext cx="0" cy="204600"/>
          </a:xfrm>
          <a:prstGeom prst="straightConnector1">
            <a:avLst/>
          </a:prstGeom>
          <a:noFill/>
          <a:ln w="28575" cap="flat" cmpd="sng">
            <a:solidFill>
              <a:srgbClr val="434343"/>
            </a:solidFill>
            <a:prstDash val="solid"/>
            <a:round/>
            <a:headEnd type="none" w="sm" len="sm"/>
            <a:tailEnd type="none" w="sm" len="sm"/>
          </a:ln>
        </p:spPr>
      </p:cxnSp>
      <p:cxnSp>
        <p:nvCxnSpPr>
          <p:cNvPr id="479" name="Google Shape;479;p17"/>
          <p:cNvCxnSpPr/>
          <p:nvPr/>
        </p:nvCxnSpPr>
        <p:spPr>
          <a:xfrm>
            <a:off x="1619913" y="2985300"/>
            <a:ext cx="2099100" cy="0"/>
          </a:xfrm>
          <a:prstGeom prst="straightConnector1">
            <a:avLst/>
          </a:prstGeom>
          <a:noFill/>
          <a:ln w="28575" cap="flat" cmpd="sng">
            <a:solidFill>
              <a:srgbClr val="434343"/>
            </a:solidFill>
            <a:prstDash val="solid"/>
            <a:round/>
            <a:headEnd type="none" w="sm" len="sm"/>
            <a:tailEnd type="none" w="sm" len="sm"/>
          </a:ln>
        </p:spPr>
      </p:cxnSp>
      <p:cxnSp>
        <p:nvCxnSpPr>
          <p:cNvPr id="480" name="Google Shape;480;p17"/>
          <p:cNvCxnSpPr/>
          <p:nvPr/>
        </p:nvCxnSpPr>
        <p:spPr>
          <a:xfrm>
            <a:off x="3718988" y="2883000"/>
            <a:ext cx="0" cy="204600"/>
          </a:xfrm>
          <a:prstGeom prst="straightConnector1">
            <a:avLst/>
          </a:prstGeom>
          <a:noFill/>
          <a:ln w="28575" cap="flat" cmpd="sng">
            <a:solidFill>
              <a:srgbClr val="434343"/>
            </a:solidFill>
            <a:prstDash val="solid"/>
            <a:round/>
            <a:headEnd type="none" w="sm" len="sm"/>
            <a:tailEnd type="none" w="sm" len="sm"/>
          </a:ln>
        </p:spPr>
      </p:cxnSp>
      <p:cxnSp>
        <p:nvCxnSpPr>
          <p:cNvPr id="481" name="Google Shape;481;p17"/>
          <p:cNvCxnSpPr/>
          <p:nvPr/>
        </p:nvCxnSpPr>
        <p:spPr>
          <a:xfrm>
            <a:off x="3285313" y="1823500"/>
            <a:ext cx="1756200" cy="0"/>
          </a:xfrm>
          <a:prstGeom prst="straightConnector1">
            <a:avLst/>
          </a:prstGeom>
          <a:noFill/>
          <a:ln w="28575" cap="flat" cmpd="sng">
            <a:solidFill>
              <a:srgbClr val="434343"/>
            </a:solidFill>
            <a:prstDash val="solid"/>
            <a:round/>
            <a:headEnd type="none" w="sm" len="sm"/>
            <a:tailEnd type="none" w="sm" len="sm"/>
          </a:ln>
        </p:spPr>
      </p:cxnSp>
      <p:cxnSp>
        <p:nvCxnSpPr>
          <p:cNvPr id="482" name="Google Shape;482;p17"/>
          <p:cNvCxnSpPr/>
          <p:nvPr/>
        </p:nvCxnSpPr>
        <p:spPr>
          <a:xfrm>
            <a:off x="5041320" y="1721200"/>
            <a:ext cx="0" cy="204600"/>
          </a:xfrm>
          <a:prstGeom prst="straightConnector1">
            <a:avLst/>
          </a:prstGeom>
          <a:noFill/>
          <a:ln w="28575" cap="flat" cmpd="sng">
            <a:solidFill>
              <a:srgbClr val="434343"/>
            </a:solidFill>
            <a:prstDash val="solid"/>
            <a:round/>
            <a:headEnd type="none" w="sm" len="sm"/>
            <a:tailEnd type="none" w="sm" len="sm"/>
          </a:ln>
        </p:spPr>
      </p:cxnSp>
      <p:cxnSp>
        <p:nvCxnSpPr>
          <p:cNvPr id="483" name="Google Shape;483;p17"/>
          <p:cNvCxnSpPr/>
          <p:nvPr/>
        </p:nvCxnSpPr>
        <p:spPr>
          <a:xfrm>
            <a:off x="1421622" y="3183600"/>
            <a:ext cx="0" cy="917700"/>
          </a:xfrm>
          <a:prstGeom prst="straightConnector1">
            <a:avLst/>
          </a:prstGeom>
          <a:noFill/>
          <a:ln w="28575" cap="flat" cmpd="sng">
            <a:solidFill>
              <a:srgbClr val="434343"/>
            </a:solidFill>
            <a:prstDash val="solid"/>
            <a:round/>
            <a:headEnd type="none" w="sm" len="sm"/>
            <a:tailEnd type="none" w="sm" len="sm"/>
          </a:ln>
        </p:spPr>
      </p:cxnSp>
      <p:sp>
        <p:nvSpPr>
          <p:cNvPr id="484" name="Google Shape;484;p17"/>
          <p:cNvSpPr/>
          <p:nvPr/>
        </p:nvSpPr>
        <p:spPr>
          <a:xfrm>
            <a:off x="2888713" y="162520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85" name="Google Shape;485;p17"/>
          <p:cNvCxnSpPr/>
          <p:nvPr/>
        </p:nvCxnSpPr>
        <p:spPr>
          <a:xfrm flipH="1">
            <a:off x="2112638" y="1506800"/>
            <a:ext cx="600" cy="1467900"/>
          </a:xfrm>
          <a:prstGeom prst="straightConnector1">
            <a:avLst/>
          </a:prstGeom>
          <a:noFill/>
          <a:ln w="28575" cap="flat" cmpd="sng">
            <a:solidFill>
              <a:srgbClr val="434343"/>
            </a:solidFill>
            <a:prstDash val="solid"/>
            <a:round/>
            <a:headEnd type="none" w="sm" len="sm"/>
            <a:tailEnd type="none" w="sm" len="sm"/>
          </a:ln>
        </p:spPr>
      </p:cxnSp>
      <p:cxnSp>
        <p:nvCxnSpPr>
          <p:cNvPr id="486" name="Google Shape;486;p17"/>
          <p:cNvCxnSpPr/>
          <p:nvPr/>
        </p:nvCxnSpPr>
        <p:spPr>
          <a:xfrm>
            <a:off x="3087013" y="2027688"/>
            <a:ext cx="0" cy="957600"/>
          </a:xfrm>
          <a:prstGeom prst="straightConnector1">
            <a:avLst/>
          </a:prstGeom>
          <a:noFill/>
          <a:ln w="28575" cap="flat" cmpd="sng">
            <a:solidFill>
              <a:srgbClr val="434343"/>
            </a:solidFill>
            <a:prstDash val="solid"/>
            <a:round/>
            <a:headEnd type="none" w="sm" len="sm"/>
            <a:tailEnd type="none" w="sm" len="sm"/>
          </a:ln>
        </p:spPr>
      </p:cxnSp>
      <p:cxnSp>
        <p:nvCxnSpPr>
          <p:cNvPr id="487" name="Google Shape;487;p17"/>
          <p:cNvCxnSpPr/>
          <p:nvPr/>
        </p:nvCxnSpPr>
        <p:spPr>
          <a:xfrm>
            <a:off x="2311238" y="1308500"/>
            <a:ext cx="1807200" cy="0"/>
          </a:xfrm>
          <a:prstGeom prst="straightConnector1">
            <a:avLst/>
          </a:prstGeom>
          <a:noFill/>
          <a:ln w="28575" cap="flat" cmpd="sng">
            <a:solidFill>
              <a:srgbClr val="434343"/>
            </a:solidFill>
            <a:prstDash val="solid"/>
            <a:round/>
            <a:headEnd type="none" w="sm" len="sm"/>
            <a:tailEnd type="none" w="sm" len="sm"/>
          </a:ln>
        </p:spPr>
      </p:cxnSp>
      <p:cxnSp>
        <p:nvCxnSpPr>
          <p:cNvPr id="488" name="Google Shape;488;p17"/>
          <p:cNvCxnSpPr/>
          <p:nvPr/>
        </p:nvCxnSpPr>
        <p:spPr>
          <a:xfrm>
            <a:off x="4118315" y="1206200"/>
            <a:ext cx="0" cy="204600"/>
          </a:xfrm>
          <a:prstGeom prst="straightConnector1">
            <a:avLst/>
          </a:prstGeom>
          <a:noFill/>
          <a:ln w="28575" cap="flat" cmpd="sng">
            <a:solidFill>
              <a:srgbClr val="434343"/>
            </a:solidFill>
            <a:prstDash val="solid"/>
            <a:round/>
            <a:headEnd type="none" w="sm" len="sm"/>
            <a:tailEnd type="none" w="sm" len="sm"/>
          </a:ln>
        </p:spPr>
      </p:cxnSp>
      <p:cxnSp>
        <p:nvCxnSpPr>
          <p:cNvPr id="489" name="Google Shape;489;p17"/>
          <p:cNvCxnSpPr/>
          <p:nvPr/>
        </p:nvCxnSpPr>
        <p:spPr>
          <a:xfrm>
            <a:off x="4610263" y="1823488"/>
            <a:ext cx="0" cy="957600"/>
          </a:xfrm>
          <a:prstGeom prst="straightConnector1">
            <a:avLst/>
          </a:prstGeom>
          <a:noFill/>
          <a:ln w="28575" cap="flat" cmpd="sng">
            <a:solidFill>
              <a:srgbClr val="434343"/>
            </a:solidFill>
            <a:prstDash val="solid"/>
            <a:round/>
            <a:headEnd type="none" w="sm" len="sm"/>
            <a:tailEnd type="none" w="sm" len="sm"/>
          </a:ln>
        </p:spPr>
      </p:cxnSp>
      <p:cxnSp>
        <p:nvCxnSpPr>
          <p:cNvPr id="490" name="Google Shape;490;p17"/>
          <p:cNvCxnSpPr/>
          <p:nvPr/>
        </p:nvCxnSpPr>
        <p:spPr>
          <a:xfrm>
            <a:off x="4808563" y="2985300"/>
            <a:ext cx="1756200" cy="0"/>
          </a:xfrm>
          <a:prstGeom prst="straightConnector1">
            <a:avLst/>
          </a:prstGeom>
          <a:noFill/>
          <a:ln w="28575" cap="flat" cmpd="sng">
            <a:solidFill>
              <a:srgbClr val="434343"/>
            </a:solidFill>
            <a:prstDash val="solid"/>
            <a:round/>
            <a:headEnd type="none" w="sm" len="sm"/>
            <a:tailEnd type="none" w="sm" len="sm"/>
          </a:ln>
        </p:spPr>
      </p:cxnSp>
      <p:cxnSp>
        <p:nvCxnSpPr>
          <p:cNvPr id="491" name="Google Shape;491;p17"/>
          <p:cNvCxnSpPr/>
          <p:nvPr/>
        </p:nvCxnSpPr>
        <p:spPr>
          <a:xfrm>
            <a:off x="6564763" y="2883000"/>
            <a:ext cx="0" cy="204600"/>
          </a:xfrm>
          <a:prstGeom prst="straightConnector1">
            <a:avLst/>
          </a:prstGeom>
          <a:noFill/>
          <a:ln w="28575" cap="flat" cmpd="sng">
            <a:solidFill>
              <a:srgbClr val="434343"/>
            </a:solidFill>
            <a:prstDash val="solid"/>
            <a:round/>
            <a:headEnd type="none" w="sm" len="sm"/>
            <a:tailEnd type="none" w="sm" len="sm"/>
          </a:ln>
        </p:spPr>
      </p:cxnSp>
      <p:cxnSp>
        <p:nvCxnSpPr>
          <p:cNvPr id="492" name="Google Shape;492;p17"/>
          <p:cNvCxnSpPr/>
          <p:nvPr/>
        </p:nvCxnSpPr>
        <p:spPr>
          <a:xfrm>
            <a:off x="5239813" y="2990925"/>
            <a:ext cx="0" cy="929100"/>
          </a:xfrm>
          <a:prstGeom prst="straightConnector1">
            <a:avLst/>
          </a:prstGeom>
          <a:noFill/>
          <a:ln w="28575" cap="flat" cmpd="sng">
            <a:solidFill>
              <a:srgbClr val="434343"/>
            </a:solidFill>
            <a:prstDash val="solid"/>
            <a:round/>
            <a:headEnd type="none" w="sm" len="sm"/>
            <a:tailEnd type="none" w="sm" len="sm"/>
          </a:ln>
        </p:spPr>
      </p:cxnSp>
      <p:cxnSp>
        <p:nvCxnSpPr>
          <p:cNvPr id="493" name="Google Shape;493;p17"/>
          <p:cNvCxnSpPr/>
          <p:nvPr/>
        </p:nvCxnSpPr>
        <p:spPr>
          <a:xfrm>
            <a:off x="5438113" y="4095550"/>
            <a:ext cx="1240800" cy="0"/>
          </a:xfrm>
          <a:prstGeom prst="straightConnector1">
            <a:avLst/>
          </a:prstGeom>
          <a:noFill/>
          <a:ln w="28575" cap="flat" cmpd="sng">
            <a:solidFill>
              <a:srgbClr val="434343"/>
            </a:solidFill>
            <a:prstDash val="solid"/>
            <a:round/>
            <a:headEnd type="none" w="sm" len="sm"/>
            <a:tailEnd type="none" w="sm" len="sm"/>
          </a:ln>
        </p:spPr>
      </p:cxnSp>
      <p:cxnSp>
        <p:nvCxnSpPr>
          <p:cNvPr id="494" name="Google Shape;494;p17"/>
          <p:cNvCxnSpPr/>
          <p:nvPr/>
        </p:nvCxnSpPr>
        <p:spPr>
          <a:xfrm>
            <a:off x="6678938" y="3993250"/>
            <a:ext cx="0" cy="204600"/>
          </a:xfrm>
          <a:prstGeom prst="straightConnector1">
            <a:avLst/>
          </a:prstGeom>
          <a:noFill/>
          <a:ln w="28575" cap="flat" cmpd="sng">
            <a:solidFill>
              <a:srgbClr val="434343"/>
            </a:solidFill>
            <a:prstDash val="solid"/>
            <a:round/>
            <a:headEnd type="none" w="sm" len="sm"/>
            <a:tailEnd type="none" w="sm" len="sm"/>
          </a:ln>
        </p:spPr>
      </p:cxnSp>
      <p:cxnSp>
        <p:nvCxnSpPr>
          <p:cNvPr id="495" name="Google Shape;495;p17"/>
          <p:cNvCxnSpPr/>
          <p:nvPr/>
        </p:nvCxnSpPr>
        <p:spPr>
          <a:xfrm>
            <a:off x="2867638" y="2999300"/>
            <a:ext cx="0" cy="883800"/>
          </a:xfrm>
          <a:prstGeom prst="straightConnector1">
            <a:avLst/>
          </a:prstGeom>
          <a:noFill/>
          <a:ln w="28575" cap="flat" cmpd="sng">
            <a:solidFill>
              <a:srgbClr val="434343"/>
            </a:solidFill>
            <a:prstDash val="solid"/>
            <a:round/>
            <a:headEnd type="none" w="sm" len="sm"/>
            <a:tailEnd type="none" w="sm" len="sm"/>
          </a:ln>
        </p:spPr>
      </p:cxnSp>
      <p:cxnSp>
        <p:nvCxnSpPr>
          <p:cNvPr id="496" name="Google Shape;496;p17"/>
          <p:cNvCxnSpPr/>
          <p:nvPr/>
        </p:nvCxnSpPr>
        <p:spPr>
          <a:xfrm rot="10800000" flipH="1">
            <a:off x="3065925" y="4095250"/>
            <a:ext cx="524400" cy="600"/>
          </a:xfrm>
          <a:prstGeom prst="straightConnector1">
            <a:avLst/>
          </a:prstGeom>
          <a:noFill/>
          <a:ln w="28575" cap="flat" cmpd="sng">
            <a:solidFill>
              <a:srgbClr val="434343"/>
            </a:solidFill>
            <a:prstDash val="solid"/>
            <a:round/>
            <a:headEnd type="none" w="sm" len="sm"/>
            <a:tailEnd type="none" w="sm" len="sm"/>
          </a:ln>
        </p:spPr>
      </p:cxnSp>
      <p:cxnSp>
        <p:nvCxnSpPr>
          <p:cNvPr id="497" name="Google Shape;497;p17"/>
          <p:cNvCxnSpPr/>
          <p:nvPr/>
        </p:nvCxnSpPr>
        <p:spPr>
          <a:xfrm>
            <a:off x="3590325" y="3993250"/>
            <a:ext cx="0" cy="204600"/>
          </a:xfrm>
          <a:prstGeom prst="straightConnector1">
            <a:avLst/>
          </a:prstGeom>
          <a:noFill/>
          <a:ln w="28575" cap="flat" cmpd="sng">
            <a:solidFill>
              <a:srgbClr val="434343"/>
            </a:solidFill>
            <a:prstDash val="solid"/>
            <a:round/>
            <a:headEnd type="none" w="sm" len="sm"/>
            <a:tailEnd type="none" w="sm" len="sm"/>
          </a:ln>
        </p:spPr>
      </p:cxnSp>
      <p:cxnSp>
        <p:nvCxnSpPr>
          <p:cNvPr id="498" name="Google Shape;498;p17"/>
          <p:cNvCxnSpPr/>
          <p:nvPr/>
        </p:nvCxnSpPr>
        <p:spPr>
          <a:xfrm>
            <a:off x="6168063" y="1820550"/>
            <a:ext cx="1756200" cy="0"/>
          </a:xfrm>
          <a:prstGeom prst="straightConnector1">
            <a:avLst/>
          </a:prstGeom>
          <a:noFill/>
          <a:ln w="28575" cap="flat" cmpd="sng">
            <a:solidFill>
              <a:srgbClr val="434343"/>
            </a:solidFill>
            <a:prstDash val="solid"/>
            <a:round/>
            <a:headEnd type="none" w="sm" len="sm"/>
            <a:tailEnd type="none" w="sm" len="sm"/>
          </a:ln>
        </p:spPr>
      </p:cxnSp>
      <p:cxnSp>
        <p:nvCxnSpPr>
          <p:cNvPr id="499" name="Google Shape;499;p17"/>
          <p:cNvCxnSpPr/>
          <p:nvPr/>
        </p:nvCxnSpPr>
        <p:spPr>
          <a:xfrm>
            <a:off x="5969763" y="2024738"/>
            <a:ext cx="0" cy="957600"/>
          </a:xfrm>
          <a:prstGeom prst="straightConnector1">
            <a:avLst/>
          </a:prstGeom>
          <a:noFill/>
          <a:ln w="28575" cap="flat" cmpd="sng">
            <a:solidFill>
              <a:srgbClr val="434343"/>
            </a:solidFill>
            <a:prstDash val="solid"/>
            <a:round/>
            <a:headEnd type="none" w="sm" len="sm"/>
            <a:tailEnd type="none" w="sm" len="sm"/>
          </a:ln>
        </p:spPr>
      </p:cxnSp>
      <p:cxnSp>
        <p:nvCxnSpPr>
          <p:cNvPr id="500" name="Google Shape;500;p17"/>
          <p:cNvCxnSpPr/>
          <p:nvPr/>
        </p:nvCxnSpPr>
        <p:spPr>
          <a:xfrm>
            <a:off x="7924270" y="1718250"/>
            <a:ext cx="0" cy="204600"/>
          </a:xfrm>
          <a:prstGeom prst="straightConnector1">
            <a:avLst/>
          </a:prstGeom>
          <a:noFill/>
          <a:ln w="28575" cap="flat" cmpd="sng">
            <a:solidFill>
              <a:srgbClr val="434343"/>
            </a:solidFill>
            <a:prstDash val="solid"/>
            <a:round/>
            <a:headEnd type="none" w="sm" len="sm"/>
            <a:tailEnd type="none" w="sm" len="sm"/>
          </a:ln>
        </p:spPr>
      </p:cxnSp>
      <p:sp>
        <p:nvSpPr>
          <p:cNvPr id="501" name="Google Shape;501;p17"/>
          <p:cNvSpPr/>
          <p:nvPr/>
        </p:nvSpPr>
        <p:spPr>
          <a:xfrm>
            <a:off x="7329263" y="278405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2" name="Google Shape;502;p17"/>
          <p:cNvCxnSpPr/>
          <p:nvPr/>
        </p:nvCxnSpPr>
        <p:spPr>
          <a:xfrm>
            <a:off x="7527563" y="1820538"/>
            <a:ext cx="0" cy="957600"/>
          </a:xfrm>
          <a:prstGeom prst="straightConnector1">
            <a:avLst/>
          </a:prstGeom>
          <a:noFill/>
          <a:ln w="28575" cap="flat" cmpd="sng">
            <a:solidFill>
              <a:srgbClr val="434343"/>
            </a:solidFill>
            <a:prstDash val="solid"/>
            <a:round/>
            <a:headEnd type="none" w="sm" len="sm"/>
            <a:tailEnd type="none" w="sm" len="sm"/>
          </a:ln>
        </p:spPr>
      </p:cxnSp>
      <p:cxnSp>
        <p:nvCxnSpPr>
          <p:cNvPr id="503" name="Google Shape;503;p17"/>
          <p:cNvCxnSpPr/>
          <p:nvPr/>
        </p:nvCxnSpPr>
        <p:spPr>
          <a:xfrm>
            <a:off x="7725863" y="2982350"/>
            <a:ext cx="993000" cy="8700"/>
          </a:xfrm>
          <a:prstGeom prst="straightConnector1">
            <a:avLst/>
          </a:prstGeom>
          <a:noFill/>
          <a:ln w="28575" cap="flat" cmpd="sng">
            <a:solidFill>
              <a:srgbClr val="434343"/>
            </a:solidFill>
            <a:prstDash val="solid"/>
            <a:round/>
            <a:headEnd type="none" w="sm" len="sm"/>
            <a:tailEnd type="none" w="sm" len="sm"/>
          </a:ln>
        </p:spPr>
      </p:cxnSp>
      <p:cxnSp>
        <p:nvCxnSpPr>
          <p:cNvPr id="504" name="Google Shape;504;p17"/>
          <p:cNvCxnSpPr/>
          <p:nvPr/>
        </p:nvCxnSpPr>
        <p:spPr>
          <a:xfrm>
            <a:off x="8718870" y="2880050"/>
            <a:ext cx="0" cy="204600"/>
          </a:xfrm>
          <a:prstGeom prst="straightConnector1">
            <a:avLst/>
          </a:prstGeom>
          <a:noFill/>
          <a:ln w="28575" cap="flat" cmpd="sng">
            <a:solidFill>
              <a:srgbClr val="434343"/>
            </a:solidFill>
            <a:prstDash val="solid"/>
            <a:round/>
            <a:headEnd type="none" w="sm" len="sm"/>
            <a:tailEnd type="none" w="sm" len="sm"/>
          </a:ln>
        </p:spPr>
      </p:cxnSp>
      <p:sp>
        <p:nvSpPr>
          <p:cNvPr id="505" name="Google Shape;505;p17"/>
          <p:cNvSpPr/>
          <p:nvPr/>
        </p:nvSpPr>
        <p:spPr>
          <a:xfrm>
            <a:off x="6718413" y="3434925"/>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6" name="Google Shape;506;p17"/>
          <p:cNvCxnSpPr/>
          <p:nvPr/>
        </p:nvCxnSpPr>
        <p:spPr>
          <a:xfrm>
            <a:off x="6916713" y="1812675"/>
            <a:ext cx="0" cy="1616400"/>
          </a:xfrm>
          <a:prstGeom prst="straightConnector1">
            <a:avLst/>
          </a:prstGeom>
          <a:noFill/>
          <a:ln w="28575" cap="flat" cmpd="sng">
            <a:solidFill>
              <a:srgbClr val="434343"/>
            </a:solidFill>
            <a:prstDash val="solid"/>
            <a:round/>
            <a:headEnd type="none" w="sm" len="sm"/>
            <a:tailEnd type="none" w="sm" len="sm"/>
          </a:ln>
        </p:spPr>
      </p:cxnSp>
      <p:cxnSp>
        <p:nvCxnSpPr>
          <p:cNvPr id="507" name="Google Shape;507;p17"/>
          <p:cNvCxnSpPr/>
          <p:nvPr/>
        </p:nvCxnSpPr>
        <p:spPr>
          <a:xfrm>
            <a:off x="7115013" y="3633225"/>
            <a:ext cx="1399200" cy="0"/>
          </a:xfrm>
          <a:prstGeom prst="straightConnector1">
            <a:avLst/>
          </a:prstGeom>
          <a:noFill/>
          <a:ln w="28575" cap="flat" cmpd="sng">
            <a:solidFill>
              <a:srgbClr val="434343"/>
            </a:solidFill>
            <a:prstDash val="solid"/>
            <a:round/>
            <a:headEnd type="none" w="sm" len="sm"/>
            <a:tailEnd type="none" w="sm" len="sm"/>
          </a:ln>
        </p:spPr>
      </p:cxnSp>
      <p:cxnSp>
        <p:nvCxnSpPr>
          <p:cNvPr id="508" name="Google Shape;508;p17"/>
          <p:cNvCxnSpPr/>
          <p:nvPr/>
        </p:nvCxnSpPr>
        <p:spPr>
          <a:xfrm>
            <a:off x="8514220" y="3530925"/>
            <a:ext cx="0" cy="204600"/>
          </a:xfrm>
          <a:prstGeom prst="straightConnector1">
            <a:avLst/>
          </a:prstGeom>
          <a:noFill/>
          <a:ln w="28575" cap="flat" cmpd="sng">
            <a:solidFill>
              <a:srgbClr val="434343"/>
            </a:solidFill>
            <a:prstDash val="solid"/>
            <a:round/>
            <a:headEnd type="none" w="sm" len="sm"/>
            <a:tailEnd type="none" w="sm" len="sm"/>
          </a:ln>
        </p:spPr>
      </p:cxnSp>
      <p:sp>
        <p:nvSpPr>
          <p:cNvPr id="509" name="Google Shape;509;p17"/>
          <p:cNvSpPr/>
          <p:nvPr/>
        </p:nvSpPr>
        <p:spPr>
          <a:xfrm>
            <a:off x="450550" y="4304198"/>
            <a:ext cx="1678158" cy="192906"/>
          </a:xfrm>
          <a:custGeom>
            <a:avLst/>
            <a:gdLst/>
            <a:ahLst/>
            <a:cxnLst/>
            <a:rect l="l" t="t" r="r" b="b"/>
            <a:pathLst>
              <a:path w="174490" h="32394" extrusionOk="0">
                <a:moveTo>
                  <a:pt x="0" y="25695"/>
                </a:moveTo>
                <a:lnTo>
                  <a:pt x="6867" y="24212"/>
                </a:lnTo>
                <a:lnTo>
                  <a:pt x="18580" y="19766"/>
                </a:lnTo>
                <a:lnTo>
                  <a:pt x="25850" y="16306"/>
                </a:lnTo>
                <a:lnTo>
                  <a:pt x="37564" y="10871"/>
                </a:lnTo>
                <a:lnTo>
                  <a:pt x="48470" y="5436"/>
                </a:lnTo>
                <a:lnTo>
                  <a:pt x="59375" y="3459"/>
                </a:lnTo>
                <a:lnTo>
                  <a:pt x="74320" y="988"/>
                </a:lnTo>
                <a:lnTo>
                  <a:pt x="85226" y="988"/>
                </a:lnTo>
                <a:lnTo>
                  <a:pt x="102593" y="0"/>
                </a:lnTo>
                <a:lnTo>
                  <a:pt x="110332" y="4750"/>
                </a:lnTo>
                <a:lnTo>
                  <a:pt x="124380" y="10189"/>
                </a:lnTo>
                <a:lnTo>
                  <a:pt x="139335" y="10642"/>
                </a:lnTo>
                <a:lnTo>
                  <a:pt x="147492" y="13361"/>
                </a:lnTo>
                <a:lnTo>
                  <a:pt x="156555" y="16080"/>
                </a:lnTo>
                <a:lnTo>
                  <a:pt x="174490" y="5929"/>
                </a:lnTo>
                <a:lnTo>
                  <a:pt x="155506" y="15813"/>
                </a:lnTo>
                <a:lnTo>
                  <a:pt x="128040" y="16801"/>
                </a:lnTo>
                <a:lnTo>
                  <a:pt x="96939" y="13835"/>
                </a:lnTo>
                <a:lnTo>
                  <a:pt x="86841" y="12847"/>
                </a:lnTo>
                <a:lnTo>
                  <a:pt x="64626" y="16306"/>
                </a:lnTo>
                <a:lnTo>
                  <a:pt x="55740" y="21248"/>
                </a:lnTo>
                <a:lnTo>
                  <a:pt x="48247" y="26050"/>
                </a:lnTo>
                <a:lnTo>
                  <a:pt x="33293" y="31034"/>
                </a:lnTo>
                <a:lnTo>
                  <a:pt x="21510" y="32394"/>
                </a:lnTo>
                <a:lnTo>
                  <a:pt x="11541" y="31034"/>
                </a:lnTo>
                <a:close/>
              </a:path>
            </a:pathLst>
          </a:custGeom>
          <a:solidFill>
            <a:srgbClr val="EA9999"/>
          </a:solidFill>
          <a:ln>
            <a:noFill/>
          </a:ln>
        </p:spPr>
        <p:txBody>
          <a:bodyPr/>
          <a:lstStyle/>
          <a:p>
            <a:endParaRPr lang="en-US"/>
          </a:p>
        </p:txBody>
      </p:sp>
      <p:sp>
        <p:nvSpPr>
          <p:cNvPr id="510" name="Google Shape;510;p17"/>
          <p:cNvSpPr/>
          <p:nvPr/>
        </p:nvSpPr>
        <p:spPr>
          <a:xfrm>
            <a:off x="1062985" y="4226502"/>
            <a:ext cx="1075044" cy="329234"/>
          </a:xfrm>
          <a:custGeom>
            <a:avLst/>
            <a:gdLst/>
            <a:ahLst/>
            <a:cxnLst/>
            <a:rect l="l" t="t" r="r" b="b"/>
            <a:pathLst>
              <a:path w="113103" h="55287" extrusionOk="0">
                <a:moveTo>
                  <a:pt x="0" y="25974"/>
                </a:moveTo>
                <a:lnTo>
                  <a:pt x="15641" y="20989"/>
                </a:lnTo>
                <a:lnTo>
                  <a:pt x="29441" y="18270"/>
                </a:lnTo>
                <a:lnTo>
                  <a:pt x="37271" y="18467"/>
                </a:lnTo>
                <a:lnTo>
                  <a:pt x="49728" y="22455"/>
                </a:lnTo>
                <a:lnTo>
                  <a:pt x="64601" y="20846"/>
                </a:lnTo>
                <a:lnTo>
                  <a:pt x="78637" y="21753"/>
                </a:lnTo>
                <a:lnTo>
                  <a:pt x="90121" y="20846"/>
                </a:lnTo>
                <a:lnTo>
                  <a:pt x="99478" y="14049"/>
                </a:lnTo>
                <a:lnTo>
                  <a:pt x="104545" y="10488"/>
                </a:lnTo>
                <a:lnTo>
                  <a:pt x="113103" y="0"/>
                </a:lnTo>
                <a:lnTo>
                  <a:pt x="113103" y="55287"/>
                </a:lnTo>
                <a:lnTo>
                  <a:pt x="104958" y="52377"/>
                </a:lnTo>
                <a:lnTo>
                  <a:pt x="90424" y="46392"/>
                </a:lnTo>
                <a:lnTo>
                  <a:pt x="70077" y="41406"/>
                </a:lnTo>
                <a:lnTo>
                  <a:pt x="56373" y="35421"/>
                </a:lnTo>
                <a:lnTo>
                  <a:pt x="43915" y="32428"/>
                </a:lnTo>
                <a:lnTo>
                  <a:pt x="27661" y="24141"/>
                </a:lnTo>
                <a:lnTo>
                  <a:pt x="19957" y="23688"/>
                </a:lnTo>
                <a:lnTo>
                  <a:pt x="11800" y="25047"/>
                </a:lnTo>
                <a:close/>
              </a:path>
            </a:pathLst>
          </a:custGeom>
          <a:solidFill>
            <a:srgbClr val="F9CB9C"/>
          </a:solidFill>
          <a:ln>
            <a:noFill/>
          </a:ln>
        </p:spPr>
        <p:txBody>
          <a:bodyPr/>
          <a:lstStyle/>
          <a:p>
            <a:endParaRPr lang="en-US"/>
          </a:p>
        </p:txBody>
      </p:sp>
      <p:sp>
        <p:nvSpPr>
          <p:cNvPr id="511" name="Google Shape;511;p17"/>
          <p:cNvSpPr/>
          <p:nvPr/>
        </p:nvSpPr>
        <p:spPr>
          <a:xfrm>
            <a:off x="1600853" y="4399968"/>
            <a:ext cx="537136" cy="223135"/>
          </a:xfrm>
          <a:custGeom>
            <a:avLst/>
            <a:gdLst/>
            <a:ahLst/>
            <a:cxnLst/>
            <a:rect l="l" t="t" r="r" b="b"/>
            <a:pathLst>
              <a:path w="58006" h="31797" extrusionOk="0">
                <a:moveTo>
                  <a:pt x="0" y="0"/>
                </a:moveTo>
                <a:lnTo>
                  <a:pt x="33329" y="9191"/>
                </a:lnTo>
                <a:lnTo>
                  <a:pt x="51512" y="12295"/>
                </a:lnTo>
                <a:lnTo>
                  <a:pt x="58006" y="14511"/>
                </a:lnTo>
                <a:lnTo>
                  <a:pt x="58006" y="31797"/>
                </a:lnTo>
                <a:lnTo>
                  <a:pt x="52810" y="25149"/>
                </a:lnTo>
                <a:lnTo>
                  <a:pt x="46317" y="19387"/>
                </a:lnTo>
                <a:lnTo>
                  <a:pt x="33763" y="14067"/>
                </a:lnTo>
                <a:lnTo>
                  <a:pt x="22205" y="9516"/>
                </a:lnTo>
                <a:lnTo>
                  <a:pt x="13595" y="6797"/>
                </a:lnTo>
                <a:close/>
              </a:path>
            </a:pathLst>
          </a:custGeom>
          <a:solidFill>
            <a:srgbClr val="B6D7A8"/>
          </a:solidFill>
          <a:ln>
            <a:noFill/>
          </a:ln>
        </p:spPr>
        <p:txBody>
          <a:bodyPr/>
          <a:lstStyle/>
          <a:p>
            <a:endParaRPr lang="en-US"/>
          </a:p>
        </p:txBody>
      </p:sp>
      <p:sp>
        <p:nvSpPr>
          <p:cNvPr id="512" name="Google Shape;512;p17"/>
          <p:cNvSpPr/>
          <p:nvPr/>
        </p:nvSpPr>
        <p:spPr>
          <a:xfrm>
            <a:off x="3116875" y="1934275"/>
            <a:ext cx="1914551" cy="299103"/>
          </a:xfrm>
          <a:custGeom>
            <a:avLst/>
            <a:gdLst/>
            <a:ahLst/>
            <a:cxnLst/>
            <a:rect l="l" t="t" r="r" b="b"/>
            <a:pathLst>
              <a:path w="113103" h="55287" extrusionOk="0">
                <a:moveTo>
                  <a:pt x="0" y="25974"/>
                </a:moveTo>
                <a:lnTo>
                  <a:pt x="15641" y="20989"/>
                </a:lnTo>
                <a:lnTo>
                  <a:pt x="29441" y="18270"/>
                </a:lnTo>
                <a:lnTo>
                  <a:pt x="37271" y="18467"/>
                </a:lnTo>
                <a:lnTo>
                  <a:pt x="49728" y="22455"/>
                </a:lnTo>
                <a:lnTo>
                  <a:pt x="64601" y="20846"/>
                </a:lnTo>
                <a:lnTo>
                  <a:pt x="78637" y="21753"/>
                </a:lnTo>
                <a:lnTo>
                  <a:pt x="90121" y="20846"/>
                </a:lnTo>
                <a:lnTo>
                  <a:pt x="99478" y="14049"/>
                </a:lnTo>
                <a:lnTo>
                  <a:pt x="104545" y="10488"/>
                </a:lnTo>
                <a:lnTo>
                  <a:pt x="113103" y="0"/>
                </a:lnTo>
                <a:lnTo>
                  <a:pt x="113103" y="55287"/>
                </a:lnTo>
                <a:lnTo>
                  <a:pt x="104958" y="52377"/>
                </a:lnTo>
                <a:lnTo>
                  <a:pt x="90424" y="46392"/>
                </a:lnTo>
                <a:lnTo>
                  <a:pt x="70077" y="41406"/>
                </a:lnTo>
                <a:lnTo>
                  <a:pt x="56373" y="35421"/>
                </a:lnTo>
                <a:lnTo>
                  <a:pt x="43915" y="32428"/>
                </a:lnTo>
                <a:lnTo>
                  <a:pt x="27661" y="24141"/>
                </a:lnTo>
                <a:lnTo>
                  <a:pt x="19957" y="23688"/>
                </a:lnTo>
                <a:lnTo>
                  <a:pt x="11800" y="25047"/>
                </a:lnTo>
                <a:close/>
              </a:path>
            </a:pathLst>
          </a:custGeom>
          <a:solidFill>
            <a:srgbClr val="F9CB9C"/>
          </a:solidFill>
          <a:ln>
            <a:noFill/>
          </a:ln>
        </p:spPr>
        <p:txBody>
          <a:bodyPr/>
          <a:lstStyle/>
          <a:p>
            <a:endParaRPr lang="en-US"/>
          </a:p>
        </p:txBody>
      </p:sp>
      <p:sp>
        <p:nvSpPr>
          <p:cNvPr id="513" name="Google Shape;513;p17"/>
          <p:cNvSpPr/>
          <p:nvPr/>
        </p:nvSpPr>
        <p:spPr>
          <a:xfrm>
            <a:off x="4242428" y="2097914"/>
            <a:ext cx="799111" cy="165608"/>
          </a:xfrm>
          <a:custGeom>
            <a:avLst/>
            <a:gdLst/>
            <a:ahLst/>
            <a:cxnLst/>
            <a:rect l="l" t="t" r="r" b="b"/>
            <a:pathLst>
              <a:path w="41800" h="32924" extrusionOk="0">
                <a:moveTo>
                  <a:pt x="0" y="586"/>
                </a:moveTo>
                <a:lnTo>
                  <a:pt x="24579" y="5439"/>
                </a:lnTo>
                <a:lnTo>
                  <a:pt x="37268" y="3626"/>
                </a:lnTo>
                <a:lnTo>
                  <a:pt x="41800" y="0"/>
                </a:lnTo>
                <a:lnTo>
                  <a:pt x="41271" y="32924"/>
                </a:lnTo>
                <a:lnTo>
                  <a:pt x="37574" y="26163"/>
                </a:lnTo>
                <a:lnTo>
                  <a:pt x="32954" y="20303"/>
                </a:lnTo>
                <a:lnTo>
                  <a:pt x="24022" y="14893"/>
                </a:lnTo>
                <a:lnTo>
                  <a:pt x="15799" y="10264"/>
                </a:lnTo>
                <a:lnTo>
                  <a:pt x="9673" y="7499"/>
                </a:lnTo>
                <a:close/>
              </a:path>
            </a:pathLst>
          </a:custGeom>
          <a:solidFill>
            <a:srgbClr val="45818E"/>
          </a:solidFill>
          <a:ln>
            <a:noFill/>
          </a:ln>
        </p:spPr>
        <p:txBody>
          <a:bodyPr/>
          <a:lstStyle/>
          <a:p>
            <a:endParaRPr lang="en-US"/>
          </a:p>
        </p:txBody>
      </p:sp>
      <p:sp>
        <p:nvSpPr>
          <p:cNvPr id="514" name="Google Shape;514;p17"/>
          <p:cNvSpPr/>
          <p:nvPr/>
        </p:nvSpPr>
        <p:spPr>
          <a:xfrm>
            <a:off x="1421625" y="3231168"/>
            <a:ext cx="2284947" cy="192906"/>
          </a:xfrm>
          <a:custGeom>
            <a:avLst/>
            <a:gdLst/>
            <a:ahLst/>
            <a:cxnLst/>
            <a:rect l="l" t="t" r="r" b="b"/>
            <a:pathLst>
              <a:path w="174490" h="32394" extrusionOk="0">
                <a:moveTo>
                  <a:pt x="0" y="25695"/>
                </a:moveTo>
                <a:lnTo>
                  <a:pt x="6867" y="24212"/>
                </a:lnTo>
                <a:lnTo>
                  <a:pt x="18580" y="19766"/>
                </a:lnTo>
                <a:lnTo>
                  <a:pt x="25850" y="16306"/>
                </a:lnTo>
                <a:lnTo>
                  <a:pt x="37564" y="10871"/>
                </a:lnTo>
                <a:lnTo>
                  <a:pt x="48470" y="5436"/>
                </a:lnTo>
                <a:lnTo>
                  <a:pt x="59375" y="3459"/>
                </a:lnTo>
                <a:lnTo>
                  <a:pt x="74320" y="988"/>
                </a:lnTo>
                <a:lnTo>
                  <a:pt x="85226" y="988"/>
                </a:lnTo>
                <a:lnTo>
                  <a:pt x="102593" y="0"/>
                </a:lnTo>
                <a:lnTo>
                  <a:pt x="110332" y="4750"/>
                </a:lnTo>
                <a:lnTo>
                  <a:pt x="124380" y="10189"/>
                </a:lnTo>
                <a:lnTo>
                  <a:pt x="139335" y="10642"/>
                </a:lnTo>
                <a:lnTo>
                  <a:pt x="147492" y="13361"/>
                </a:lnTo>
                <a:lnTo>
                  <a:pt x="156555" y="16080"/>
                </a:lnTo>
                <a:lnTo>
                  <a:pt x="174490" y="5929"/>
                </a:lnTo>
                <a:lnTo>
                  <a:pt x="155506" y="15813"/>
                </a:lnTo>
                <a:lnTo>
                  <a:pt x="128040" y="16801"/>
                </a:lnTo>
                <a:lnTo>
                  <a:pt x="96939" y="13835"/>
                </a:lnTo>
                <a:lnTo>
                  <a:pt x="86841" y="12847"/>
                </a:lnTo>
                <a:lnTo>
                  <a:pt x="64626" y="16306"/>
                </a:lnTo>
                <a:lnTo>
                  <a:pt x="55740" y="21248"/>
                </a:lnTo>
                <a:lnTo>
                  <a:pt x="48247" y="26050"/>
                </a:lnTo>
                <a:lnTo>
                  <a:pt x="33293" y="31034"/>
                </a:lnTo>
                <a:lnTo>
                  <a:pt x="21510" y="32394"/>
                </a:lnTo>
                <a:lnTo>
                  <a:pt x="11541" y="31034"/>
                </a:lnTo>
                <a:close/>
              </a:path>
            </a:pathLst>
          </a:custGeom>
          <a:solidFill>
            <a:srgbClr val="EA9999"/>
          </a:solidFill>
          <a:ln>
            <a:noFill/>
          </a:ln>
        </p:spPr>
        <p:txBody>
          <a:bodyPr/>
          <a:lstStyle/>
          <a:p>
            <a:endParaRPr lang="en-US"/>
          </a:p>
        </p:txBody>
      </p:sp>
      <p:sp>
        <p:nvSpPr>
          <p:cNvPr id="515" name="Google Shape;515;p17"/>
          <p:cNvSpPr/>
          <p:nvPr/>
        </p:nvSpPr>
        <p:spPr>
          <a:xfrm>
            <a:off x="2255392" y="3153475"/>
            <a:ext cx="1463553" cy="329234"/>
          </a:xfrm>
          <a:custGeom>
            <a:avLst/>
            <a:gdLst/>
            <a:ahLst/>
            <a:cxnLst/>
            <a:rect l="l" t="t" r="r" b="b"/>
            <a:pathLst>
              <a:path w="113103" h="55287" extrusionOk="0">
                <a:moveTo>
                  <a:pt x="0" y="25974"/>
                </a:moveTo>
                <a:lnTo>
                  <a:pt x="15641" y="20989"/>
                </a:lnTo>
                <a:lnTo>
                  <a:pt x="29441" y="18270"/>
                </a:lnTo>
                <a:lnTo>
                  <a:pt x="37271" y="18467"/>
                </a:lnTo>
                <a:lnTo>
                  <a:pt x="49728" y="22455"/>
                </a:lnTo>
                <a:lnTo>
                  <a:pt x="64601" y="20846"/>
                </a:lnTo>
                <a:lnTo>
                  <a:pt x="78637" y="21753"/>
                </a:lnTo>
                <a:lnTo>
                  <a:pt x="90121" y="20846"/>
                </a:lnTo>
                <a:lnTo>
                  <a:pt x="99478" y="14049"/>
                </a:lnTo>
                <a:lnTo>
                  <a:pt x="104545" y="10488"/>
                </a:lnTo>
                <a:lnTo>
                  <a:pt x="113103" y="0"/>
                </a:lnTo>
                <a:lnTo>
                  <a:pt x="113103" y="55287"/>
                </a:lnTo>
                <a:lnTo>
                  <a:pt x="104958" y="52377"/>
                </a:lnTo>
                <a:lnTo>
                  <a:pt x="90424" y="46392"/>
                </a:lnTo>
                <a:lnTo>
                  <a:pt x="70077" y="41406"/>
                </a:lnTo>
                <a:lnTo>
                  <a:pt x="56373" y="35421"/>
                </a:lnTo>
                <a:lnTo>
                  <a:pt x="43915" y="32428"/>
                </a:lnTo>
                <a:lnTo>
                  <a:pt x="27661" y="24141"/>
                </a:lnTo>
                <a:lnTo>
                  <a:pt x="19957" y="23688"/>
                </a:lnTo>
                <a:lnTo>
                  <a:pt x="11800" y="25047"/>
                </a:lnTo>
                <a:close/>
              </a:path>
            </a:pathLst>
          </a:custGeom>
          <a:solidFill>
            <a:srgbClr val="F9CB9C"/>
          </a:solidFill>
          <a:ln>
            <a:noFill/>
          </a:ln>
        </p:spPr>
        <p:txBody>
          <a:bodyPr/>
          <a:lstStyle/>
          <a:p>
            <a:endParaRPr lang="en-US"/>
          </a:p>
        </p:txBody>
      </p:sp>
      <p:sp>
        <p:nvSpPr>
          <p:cNvPr id="516" name="Google Shape;516;p17"/>
          <p:cNvSpPr/>
          <p:nvPr/>
        </p:nvSpPr>
        <p:spPr>
          <a:xfrm>
            <a:off x="1223313" y="278840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7" name="Google Shape;517;p17"/>
          <p:cNvSpPr/>
          <p:nvPr/>
        </p:nvSpPr>
        <p:spPr>
          <a:xfrm>
            <a:off x="2138025" y="1446600"/>
            <a:ext cx="2074250" cy="192906"/>
          </a:xfrm>
          <a:custGeom>
            <a:avLst/>
            <a:gdLst/>
            <a:ahLst/>
            <a:cxnLst/>
            <a:rect l="l" t="t" r="r" b="b"/>
            <a:pathLst>
              <a:path w="174490" h="32394" extrusionOk="0">
                <a:moveTo>
                  <a:pt x="0" y="25695"/>
                </a:moveTo>
                <a:lnTo>
                  <a:pt x="6867" y="24212"/>
                </a:lnTo>
                <a:lnTo>
                  <a:pt x="18580" y="19766"/>
                </a:lnTo>
                <a:lnTo>
                  <a:pt x="25850" y="16306"/>
                </a:lnTo>
                <a:lnTo>
                  <a:pt x="37564" y="10871"/>
                </a:lnTo>
                <a:lnTo>
                  <a:pt x="48470" y="5436"/>
                </a:lnTo>
                <a:lnTo>
                  <a:pt x="59375" y="3459"/>
                </a:lnTo>
                <a:lnTo>
                  <a:pt x="74320" y="988"/>
                </a:lnTo>
                <a:lnTo>
                  <a:pt x="85226" y="988"/>
                </a:lnTo>
                <a:lnTo>
                  <a:pt x="102593" y="0"/>
                </a:lnTo>
                <a:lnTo>
                  <a:pt x="110332" y="4750"/>
                </a:lnTo>
                <a:lnTo>
                  <a:pt x="124380" y="10189"/>
                </a:lnTo>
                <a:lnTo>
                  <a:pt x="139335" y="10642"/>
                </a:lnTo>
                <a:lnTo>
                  <a:pt x="147492" y="13361"/>
                </a:lnTo>
                <a:lnTo>
                  <a:pt x="156555" y="16080"/>
                </a:lnTo>
                <a:lnTo>
                  <a:pt x="174490" y="5929"/>
                </a:lnTo>
                <a:lnTo>
                  <a:pt x="155506" y="15813"/>
                </a:lnTo>
                <a:lnTo>
                  <a:pt x="128040" y="16801"/>
                </a:lnTo>
                <a:lnTo>
                  <a:pt x="96939" y="13835"/>
                </a:lnTo>
                <a:lnTo>
                  <a:pt x="86841" y="12847"/>
                </a:lnTo>
                <a:lnTo>
                  <a:pt x="64626" y="16306"/>
                </a:lnTo>
                <a:lnTo>
                  <a:pt x="55740" y="21248"/>
                </a:lnTo>
                <a:lnTo>
                  <a:pt x="48247" y="26050"/>
                </a:lnTo>
                <a:lnTo>
                  <a:pt x="33293" y="31034"/>
                </a:lnTo>
                <a:lnTo>
                  <a:pt x="21510" y="32394"/>
                </a:lnTo>
                <a:lnTo>
                  <a:pt x="11541" y="31034"/>
                </a:lnTo>
                <a:close/>
              </a:path>
            </a:pathLst>
          </a:custGeom>
          <a:solidFill>
            <a:srgbClr val="EA9999"/>
          </a:solidFill>
          <a:ln>
            <a:noFill/>
          </a:ln>
        </p:spPr>
        <p:txBody>
          <a:bodyPr/>
          <a:lstStyle/>
          <a:p>
            <a:endParaRPr lang="en-US"/>
          </a:p>
        </p:txBody>
      </p:sp>
      <p:sp>
        <p:nvSpPr>
          <p:cNvPr id="518" name="Google Shape;518;p17"/>
          <p:cNvSpPr/>
          <p:nvPr/>
        </p:nvSpPr>
        <p:spPr>
          <a:xfrm>
            <a:off x="2719375" y="1410799"/>
            <a:ext cx="1399084" cy="288598"/>
          </a:xfrm>
          <a:custGeom>
            <a:avLst/>
            <a:gdLst/>
            <a:ahLst/>
            <a:cxnLst/>
            <a:rect l="l" t="t" r="r" b="b"/>
            <a:pathLst>
              <a:path w="113103" h="55287" extrusionOk="0">
                <a:moveTo>
                  <a:pt x="0" y="25974"/>
                </a:moveTo>
                <a:lnTo>
                  <a:pt x="15641" y="20989"/>
                </a:lnTo>
                <a:lnTo>
                  <a:pt x="29441" y="18270"/>
                </a:lnTo>
                <a:lnTo>
                  <a:pt x="37271" y="18467"/>
                </a:lnTo>
                <a:lnTo>
                  <a:pt x="49728" y="22455"/>
                </a:lnTo>
                <a:lnTo>
                  <a:pt x="64601" y="20846"/>
                </a:lnTo>
                <a:lnTo>
                  <a:pt x="78637" y="21753"/>
                </a:lnTo>
                <a:lnTo>
                  <a:pt x="90121" y="20846"/>
                </a:lnTo>
                <a:lnTo>
                  <a:pt x="99478" y="14049"/>
                </a:lnTo>
                <a:lnTo>
                  <a:pt x="104545" y="10488"/>
                </a:lnTo>
                <a:lnTo>
                  <a:pt x="113103" y="0"/>
                </a:lnTo>
                <a:lnTo>
                  <a:pt x="113103" y="55287"/>
                </a:lnTo>
                <a:lnTo>
                  <a:pt x="104958" y="52377"/>
                </a:lnTo>
                <a:lnTo>
                  <a:pt x="90424" y="46392"/>
                </a:lnTo>
                <a:lnTo>
                  <a:pt x="70077" y="41406"/>
                </a:lnTo>
                <a:lnTo>
                  <a:pt x="56373" y="35421"/>
                </a:lnTo>
                <a:lnTo>
                  <a:pt x="43915" y="32428"/>
                </a:lnTo>
                <a:lnTo>
                  <a:pt x="27661" y="24141"/>
                </a:lnTo>
                <a:lnTo>
                  <a:pt x="19957" y="23688"/>
                </a:lnTo>
                <a:lnTo>
                  <a:pt x="11800" y="25047"/>
                </a:lnTo>
                <a:close/>
              </a:path>
            </a:pathLst>
          </a:custGeom>
          <a:solidFill>
            <a:srgbClr val="C9DAF8"/>
          </a:solidFill>
          <a:ln>
            <a:noFill/>
          </a:ln>
        </p:spPr>
        <p:txBody>
          <a:bodyPr/>
          <a:lstStyle/>
          <a:p>
            <a:endParaRPr lang="en-US"/>
          </a:p>
        </p:txBody>
      </p:sp>
      <p:sp>
        <p:nvSpPr>
          <p:cNvPr id="519" name="Google Shape;519;p17"/>
          <p:cNvSpPr/>
          <p:nvPr/>
        </p:nvSpPr>
        <p:spPr>
          <a:xfrm>
            <a:off x="2657125" y="389710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0" name="Google Shape;520;p17"/>
          <p:cNvSpPr/>
          <p:nvPr/>
        </p:nvSpPr>
        <p:spPr>
          <a:xfrm>
            <a:off x="4610275" y="3163000"/>
            <a:ext cx="1944241" cy="299103"/>
          </a:xfrm>
          <a:custGeom>
            <a:avLst/>
            <a:gdLst/>
            <a:ahLst/>
            <a:cxnLst/>
            <a:rect l="l" t="t" r="r" b="b"/>
            <a:pathLst>
              <a:path w="113103" h="55287" extrusionOk="0">
                <a:moveTo>
                  <a:pt x="0" y="25974"/>
                </a:moveTo>
                <a:lnTo>
                  <a:pt x="15641" y="20989"/>
                </a:lnTo>
                <a:lnTo>
                  <a:pt x="29441" y="18270"/>
                </a:lnTo>
                <a:lnTo>
                  <a:pt x="37271" y="18467"/>
                </a:lnTo>
                <a:lnTo>
                  <a:pt x="49728" y="22455"/>
                </a:lnTo>
                <a:lnTo>
                  <a:pt x="64601" y="20846"/>
                </a:lnTo>
                <a:lnTo>
                  <a:pt x="78637" y="21753"/>
                </a:lnTo>
                <a:lnTo>
                  <a:pt x="90121" y="20846"/>
                </a:lnTo>
                <a:lnTo>
                  <a:pt x="99478" y="14049"/>
                </a:lnTo>
                <a:lnTo>
                  <a:pt x="104545" y="10488"/>
                </a:lnTo>
                <a:lnTo>
                  <a:pt x="113103" y="0"/>
                </a:lnTo>
                <a:lnTo>
                  <a:pt x="113103" y="55287"/>
                </a:lnTo>
                <a:lnTo>
                  <a:pt x="104958" y="52377"/>
                </a:lnTo>
                <a:lnTo>
                  <a:pt x="90424" y="46392"/>
                </a:lnTo>
                <a:lnTo>
                  <a:pt x="70077" y="41406"/>
                </a:lnTo>
                <a:lnTo>
                  <a:pt x="56373" y="35421"/>
                </a:lnTo>
                <a:lnTo>
                  <a:pt x="43915" y="32428"/>
                </a:lnTo>
                <a:lnTo>
                  <a:pt x="27661" y="24141"/>
                </a:lnTo>
                <a:lnTo>
                  <a:pt x="19957" y="23688"/>
                </a:lnTo>
                <a:lnTo>
                  <a:pt x="11800" y="25047"/>
                </a:lnTo>
                <a:close/>
              </a:path>
            </a:pathLst>
          </a:custGeom>
          <a:solidFill>
            <a:srgbClr val="F9CB9C"/>
          </a:solidFill>
          <a:ln>
            <a:noFill/>
          </a:ln>
        </p:spPr>
        <p:txBody>
          <a:bodyPr/>
          <a:lstStyle/>
          <a:p>
            <a:endParaRPr lang="en-US"/>
          </a:p>
        </p:txBody>
      </p:sp>
      <p:sp>
        <p:nvSpPr>
          <p:cNvPr id="521" name="Google Shape;521;p17"/>
          <p:cNvSpPr/>
          <p:nvPr/>
        </p:nvSpPr>
        <p:spPr>
          <a:xfrm>
            <a:off x="5155450" y="3252980"/>
            <a:ext cx="1399084" cy="119143"/>
          </a:xfrm>
          <a:custGeom>
            <a:avLst/>
            <a:gdLst/>
            <a:ahLst/>
            <a:cxnLst/>
            <a:rect l="l" t="t" r="r" b="b"/>
            <a:pathLst>
              <a:path w="113103" h="55287" extrusionOk="0">
                <a:moveTo>
                  <a:pt x="0" y="25974"/>
                </a:moveTo>
                <a:lnTo>
                  <a:pt x="15641" y="20989"/>
                </a:lnTo>
                <a:lnTo>
                  <a:pt x="29441" y="18270"/>
                </a:lnTo>
                <a:lnTo>
                  <a:pt x="37271" y="18467"/>
                </a:lnTo>
                <a:lnTo>
                  <a:pt x="49728" y="22455"/>
                </a:lnTo>
                <a:lnTo>
                  <a:pt x="64601" y="20846"/>
                </a:lnTo>
                <a:lnTo>
                  <a:pt x="78637" y="21753"/>
                </a:lnTo>
                <a:lnTo>
                  <a:pt x="90121" y="20846"/>
                </a:lnTo>
                <a:lnTo>
                  <a:pt x="99478" y="14049"/>
                </a:lnTo>
                <a:lnTo>
                  <a:pt x="104545" y="10488"/>
                </a:lnTo>
                <a:lnTo>
                  <a:pt x="113103" y="0"/>
                </a:lnTo>
                <a:lnTo>
                  <a:pt x="113103" y="55287"/>
                </a:lnTo>
                <a:lnTo>
                  <a:pt x="104958" y="52377"/>
                </a:lnTo>
                <a:lnTo>
                  <a:pt x="90424" y="46392"/>
                </a:lnTo>
                <a:lnTo>
                  <a:pt x="70077" y="41406"/>
                </a:lnTo>
                <a:lnTo>
                  <a:pt x="56373" y="35421"/>
                </a:lnTo>
                <a:lnTo>
                  <a:pt x="43915" y="32428"/>
                </a:lnTo>
                <a:lnTo>
                  <a:pt x="27661" y="24141"/>
                </a:lnTo>
                <a:lnTo>
                  <a:pt x="19957" y="23688"/>
                </a:lnTo>
                <a:lnTo>
                  <a:pt x="11800" y="25047"/>
                </a:lnTo>
                <a:close/>
              </a:path>
            </a:pathLst>
          </a:custGeom>
          <a:solidFill>
            <a:srgbClr val="C27BA0"/>
          </a:solidFill>
          <a:ln>
            <a:noFill/>
          </a:ln>
        </p:spPr>
        <p:txBody>
          <a:bodyPr/>
          <a:lstStyle/>
          <a:p>
            <a:endParaRPr lang="en-US"/>
          </a:p>
        </p:txBody>
      </p:sp>
      <p:sp>
        <p:nvSpPr>
          <p:cNvPr id="522" name="Google Shape;522;p17"/>
          <p:cNvSpPr/>
          <p:nvPr/>
        </p:nvSpPr>
        <p:spPr>
          <a:xfrm>
            <a:off x="5041513" y="389725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3" name="Google Shape;523;p17"/>
          <p:cNvSpPr/>
          <p:nvPr/>
        </p:nvSpPr>
        <p:spPr>
          <a:xfrm>
            <a:off x="5775763" y="1634788"/>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p17"/>
          <p:cNvSpPr/>
          <p:nvPr/>
        </p:nvSpPr>
        <p:spPr>
          <a:xfrm>
            <a:off x="6035050" y="1934275"/>
            <a:ext cx="1889103" cy="299103"/>
          </a:xfrm>
          <a:custGeom>
            <a:avLst/>
            <a:gdLst/>
            <a:ahLst/>
            <a:cxnLst/>
            <a:rect l="l" t="t" r="r" b="b"/>
            <a:pathLst>
              <a:path w="113103" h="55287" extrusionOk="0">
                <a:moveTo>
                  <a:pt x="0" y="25974"/>
                </a:moveTo>
                <a:lnTo>
                  <a:pt x="15641" y="20989"/>
                </a:lnTo>
                <a:lnTo>
                  <a:pt x="29441" y="18270"/>
                </a:lnTo>
                <a:lnTo>
                  <a:pt x="37271" y="18467"/>
                </a:lnTo>
                <a:lnTo>
                  <a:pt x="49728" y="22455"/>
                </a:lnTo>
                <a:lnTo>
                  <a:pt x="64601" y="20846"/>
                </a:lnTo>
                <a:lnTo>
                  <a:pt x="78637" y="21753"/>
                </a:lnTo>
                <a:lnTo>
                  <a:pt x="90121" y="20846"/>
                </a:lnTo>
                <a:lnTo>
                  <a:pt x="99478" y="14049"/>
                </a:lnTo>
                <a:lnTo>
                  <a:pt x="104545" y="10488"/>
                </a:lnTo>
                <a:lnTo>
                  <a:pt x="113103" y="0"/>
                </a:lnTo>
                <a:lnTo>
                  <a:pt x="113103" y="55287"/>
                </a:lnTo>
                <a:lnTo>
                  <a:pt x="104958" y="52377"/>
                </a:lnTo>
                <a:lnTo>
                  <a:pt x="90424" y="46392"/>
                </a:lnTo>
                <a:lnTo>
                  <a:pt x="70077" y="41406"/>
                </a:lnTo>
                <a:lnTo>
                  <a:pt x="56373" y="35421"/>
                </a:lnTo>
                <a:lnTo>
                  <a:pt x="43915" y="32428"/>
                </a:lnTo>
                <a:lnTo>
                  <a:pt x="27661" y="24141"/>
                </a:lnTo>
                <a:lnTo>
                  <a:pt x="19957" y="23688"/>
                </a:lnTo>
                <a:lnTo>
                  <a:pt x="11800" y="25047"/>
                </a:lnTo>
                <a:close/>
              </a:path>
            </a:pathLst>
          </a:custGeom>
          <a:solidFill>
            <a:srgbClr val="F9CB9C"/>
          </a:solidFill>
          <a:ln>
            <a:noFill/>
          </a:ln>
        </p:spPr>
        <p:txBody>
          <a:bodyPr/>
          <a:lstStyle/>
          <a:p>
            <a:endParaRPr lang="en-US"/>
          </a:p>
        </p:txBody>
      </p:sp>
      <p:sp>
        <p:nvSpPr>
          <p:cNvPr id="525" name="Google Shape;525;p17"/>
          <p:cNvSpPr/>
          <p:nvPr/>
        </p:nvSpPr>
        <p:spPr>
          <a:xfrm>
            <a:off x="6580225" y="2024250"/>
            <a:ext cx="1343946" cy="119143"/>
          </a:xfrm>
          <a:custGeom>
            <a:avLst/>
            <a:gdLst/>
            <a:ahLst/>
            <a:cxnLst/>
            <a:rect l="l" t="t" r="r" b="b"/>
            <a:pathLst>
              <a:path w="113103" h="55287" extrusionOk="0">
                <a:moveTo>
                  <a:pt x="0" y="25974"/>
                </a:moveTo>
                <a:lnTo>
                  <a:pt x="15641" y="20989"/>
                </a:lnTo>
                <a:lnTo>
                  <a:pt x="29441" y="18270"/>
                </a:lnTo>
                <a:lnTo>
                  <a:pt x="37271" y="18467"/>
                </a:lnTo>
                <a:lnTo>
                  <a:pt x="49728" y="22455"/>
                </a:lnTo>
                <a:lnTo>
                  <a:pt x="64601" y="20846"/>
                </a:lnTo>
                <a:lnTo>
                  <a:pt x="78637" y="21753"/>
                </a:lnTo>
                <a:lnTo>
                  <a:pt x="90121" y="20846"/>
                </a:lnTo>
                <a:lnTo>
                  <a:pt x="99478" y="14049"/>
                </a:lnTo>
                <a:lnTo>
                  <a:pt x="104545" y="10488"/>
                </a:lnTo>
                <a:lnTo>
                  <a:pt x="113103" y="0"/>
                </a:lnTo>
                <a:lnTo>
                  <a:pt x="113103" y="55287"/>
                </a:lnTo>
                <a:lnTo>
                  <a:pt x="104958" y="52377"/>
                </a:lnTo>
                <a:lnTo>
                  <a:pt x="90424" y="46392"/>
                </a:lnTo>
                <a:lnTo>
                  <a:pt x="70077" y="41406"/>
                </a:lnTo>
                <a:lnTo>
                  <a:pt x="56373" y="35421"/>
                </a:lnTo>
                <a:lnTo>
                  <a:pt x="43915" y="32428"/>
                </a:lnTo>
                <a:lnTo>
                  <a:pt x="27661" y="24141"/>
                </a:lnTo>
                <a:lnTo>
                  <a:pt x="19957" y="23688"/>
                </a:lnTo>
                <a:lnTo>
                  <a:pt x="11800" y="25047"/>
                </a:lnTo>
                <a:close/>
              </a:path>
            </a:pathLst>
          </a:custGeom>
          <a:solidFill>
            <a:srgbClr val="A4C2F4"/>
          </a:solidFill>
          <a:ln>
            <a:noFill/>
          </a:ln>
        </p:spPr>
        <p:txBody>
          <a:bodyPr/>
          <a:lstStyle/>
          <a:p>
            <a:endParaRPr lang="en-US"/>
          </a:p>
        </p:txBody>
      </p:sp>
      <p:sp>
        <p:nvSpPr>
          <p:cNvPr id="526" name="Google Shape;526;p17"/>
          <p:cNvSpPr/>
          <p:nvPr/>
        </p:nvSpPr>
        <p:spPr>
          <a:xfrm>
            <a:off x="7527575" y="3096375"/>
            <a:ext cx="1191257" cy="329234"/>
          </a:xfrm>
          <a:custGeom>
            <a:avLst/>
            <a:gdLst/>
            <a:ahLst/>
            <a:cxnLst/>
            <a:rect l="l" t="t" r="r" b="b"/>
            <a:pathLst>
              <a:path w="113103" h="55287" extrusionOk="0">
                <a:moveTo>
                  <a:pt x="0" y="25974"/>
                </a:moveTo>
                <a:lnTo>
                  <a:pt x="15641" y="20989"/>
                </a:lnTo>
                <a:lnTo>
                  <a:pt x="29441" y="18270"/>
                </a:lnTo>
                <a:lnTo>
                  <a:pt x="37271" y="18467"/>
                </a:lnTo>
                <a:lnTo>
                  <a:pt x="49728" y="22455"/>
                </a:lnTo>
                <a:lnTo>
                  <a:pt x="64601" y="20846"/>
                </a:lnTo>
                <a:lnTo>
                  <a:pt x="78637" y="21753"/>
                </a:lnTo>
                <a:lnTo>
                  <a:pt x="90121" y="20846"/>
                </a:lnTo>
                <a:lnTo>
                  <a:pt x="99478" y="14049"/>
                </a:lnTo>
                <a:lnTo>
                  <a:pt x="104545" y="10488"/>
                </a:lnTo>
                <a:lnTo>
                  <a:pt x="113103" y="0"/>
                </a:lnTo>
                <a:lnTo>
                  <a:pt x="113103" y="55287"/>
                </a:lnTo>
                <a:lnTo>
                  <a:pt x="104958" y="52377"/>
                </a:lnTo>
                <a:lnTo>
                  <a:pt x="90424" y="46392"/>
                </a:lnTo>
                <a:lnTo>
                  <a:pt x="70077" y="41406"/>
                </a:lnTo>
                <a:lnTo>
                  <a:pt x="56373" y="35421"/>
                </a:lnTo>
                <a:lnTo>
                  <a:pt x="43915" y="32428"/>
                </a:lnTo>
                <a:lnTo>
                  <a:pt x="27661" y="24141"/>
                </a:lnTo>
                <a:lnTo>
                  <a:pt x="19957" y="23688"/>
                </a:lnTo>
                <a:lnTo>
                  <a:pt x="11800" y="25047"/>
                </a:lnTo>
                <a:close/>
              </a:path>
            </a:pathLst>
          </a:custGeom>
          <a:solidFill>
            <a:srgbClr val="A4C2F4"/>
          </a:solidFill>
          <a:ln>
            <a:noFill/>
          </a:ln>
        </p:spPr>
        <p:txBody>
          <a:bodyPr/>
          <a:lstStyle/>
          <a:p>
            <a:endParaRPr lang="en-US"/>
          </a:p>
        </p:txBody>
      </p:sp>
      <p:sp>
        <p:nvSpPr>
          <p:cNvPr id="527" name="Google Shape;527;p17"/>
          <p:cNvSpPr/>
          <p:nvPr/>
        </p:nvSpPr>
        <p:spPr>
          <a:xfrm>
            <a:off x="5237992" y="4271075"/>
            <a:ext cx="1463553" cy="329234"/>
          </a:xfrm>
          <a:custGeom>
            <a:avLst/>
            <a:gdLst/>
            <a:ahLst/>
            <a:cxnLst/>
            <a:rect l="l" t="t" r="r" b="b"/>
            <a:pathLst>
              <a:path w="113103" h="55287" extrusionOk="0">
                <a:moveTo>
                  <a:pt x="0" y="25974"/>
                </a:moveTo>
                <a:lnTo>
                  <a:pt x="15641" y="20989"/>
                </a:lnTo>
                <a:lnTo>
                  <a:pt x="29441" y="18270"/>
                </a:lnTo>
                <a:lnTo>
                  <a:pt x="37271" y="18467"/>
                </a:lnTo>
                <a:lnTo>
                  <a:pt x="49728" y="22455"/>
                </a:lnTo>
                <a:lnTo>
                  <a:pt x="64601" y="20846"/>
                </a:lnTo>
                <a:lnTo>
                  <a:pt x="78637" y="21753"/>
                </a:lnTo>
                <a:lnTo>
                  <a:pt x="90121" y="20846"/>
                </a:lnTo>
                <a:lnTo>
                  <a:pt x="99478" y="14049"/>
                </a:lnTo>
                <a:lnTo>
                  <a:pt x="104545" y="10488"/>
                </a:lnTo>
                <a:lnTo>
                  <a:pt x="113103" y="0"/>
                </a:lnTo>
                <a:lnTo>
                  <a:pt x="113103" y="55287"/>
                </a:lnTo>
                <a:lnTo>
                  <a:pt x="104958" y="52377"/>
                </a:lnTo>
                <a:lnTo>
                  <a:pt x="90424" y="46392"/>
                </a:lnTo>
                <a:lnTo>
                  <a:pt x="70077" y="41406"/>
                </a:lnTo>
                <a:lnTo>
                  <a:pt x="56373" y="35421"/>
                </a:lnTo>
                <a:lnTo>
                  <a:pt x="43915" y="32428"/>
                </a:lnTo>
                <a:lnTo>
                  <a:pt x="27661" y="24141"/>
                </a:lnTo>
                <a:lnTo>
                  <a:pt x="19957" y="23688"/>
                </a:lnTo>
                <a:lnTo>
                  <a:pt x="11800" y="25047"/>
                </a:lnTo>
                <a:close/>
              </a:path>
            </a:pathLst>
          </a:custGeom>
          <a:solidFill>
            <a:srgbClr val="F9CB9C"/>
          </a:solidFill>
          <a:ln>
            <a:noFill/>
          </a:ln>
        </p:spPr>
        <p:txBody>
          <a:bodyPr/>
          <a:lstStyle/>
          <a:p>
            <a:endParaRPr lang="en-US"/>
          </a:p>
        </p:txBody>
      </p:sp>
      <p:sp>
        <p:nvSpPr>
          <p:cNvPr id="528" name="Google Shape;528;p17"/>
          <p:cNvSpPr/>
          <p:nvPr/>
        </p:nvSpPr>
        <p:spPr>
          <a:xfrm>
            <a:off x="2844275" y="4256794"/>
            <a:ext cx="745945" cy="130710"/>
          </a:xfrm>
          <a:custGeom>
            <a:avLst/>
            <a:gdLst/>
            <a:ahLst/>
            <a:cxnLst/>
            <a:rect l="l" t="t" r="r" b="b"/>
            <a:pathLst>
              <a:path w="174490" h="32394" extrusionOk="0">
                <a:moveTo>
                  <a:pt x="0" y="25695"/>
                </a:moveTo>
                <a:lnTo>
                  <a:pt x="6867" y="24212"/>
                </a:lnTo>
                <a:lnTo>
                  <a:pt x="18580" y="19766"/>
                </a:lnTo>
                <a:lnTo>
                  <a:pt x="25850" y="16306"/>
                </a:lnTo>
                <a:lnTo>
                  <a:pt x="37564" y="10871"/>
                </a:lnTo>
                <a:lnTo>
                  <a:pt x="48470" y="5436"/>
                </a:lnTo>
                <a:lnTo>
                  <a:pt x="59375" y="3459"/>
                </a:lnTo>
                <a:lnTo>
                  <a:pt x="74320" y="988"/>
                </a:lnTo>
                <a:lnTo>
                  <a:pt x="85226" y="988"/>
                </a:lnTo>
                <a:lnTo>
                  <a:pt x="102593" y="0"/>
                </a:lnTo>
                <a:lnTo>
                  <a:pt x="110332" y="4750"/>
                </a:lnTo>
                <a:lnTo>
                  <a:pt x="124380" y="10189"/>
                </a:lnTo>
                <a:lnTo>
                  <a:pt x="139335" y="10642"/>
                </a:lnTo>
                <a:lnTo>
                  <a:pt x="147492" y="13361"/>
                </a:lnTo>
                <a:lnTo>
                  <a:pt x="156555" y="16080"/>
                </a:lnTo>
                <a:lnTo>
                  <a:pt x="174490" y="5929"/>
                </a:lnTo>
                <a:lnTo>
                  <a:pt x="155506" y="15813"/>
                </a:lnTo>
                <a:lnTo>
                  <a:pt x="128040" y="16801"/>
                </a:lnTo>
                <a:lnTo>
                  <a:pt x="96939" y="13835"/>
                </a:lnTo>
                <a:lnTo>
                  <a:pt x="86841" y="12847"/>
                </a:lnTo>
                <a:lnTo>
                  <a:pt x="64626" y="16306"/>
                </a:lnTo>
                <a:lnTo>
                  <a:pt x="55740" y="21248"/>
                </a:lnTo>
                <a:lnTo>
                  <a:pt x="48247" y="26050"/>
                </a:lnTo>
                <a:lnTo>
                  <a:pt x="33293" y="31034"/>
                </a:lnTo>
                <a:lnTo>
                  <a:pt x="21510" y="32394"/>
                </a:lnTo>
                <a:lnTo>
                  <a:pt x="11541" y="31034"/>
                </a:lnTo>
                <a:close/>
              </a:path>
            </a:pathLst>
          </a:custGeom>
          <a:solidFill>
            <a:srgbClr val="EA9999"/>
          </a:solidFill>
          <a:ln>
            <a:noFill/>
          </a:ln>
        </p:spPr>
        <p:txBody>
          <a:bodyPr/>
          <a:lstStyle/>
          <a:p>
            <a:endParaRPr lang="en-US"/>
          </a:p>
        </p:txBody>
      </p:sp>
      <p:sp>
        <p:nvSpPr>
          <p:cNvPr id="529" name="Google Shape;529;p17"/>
          <p:cNvSpPr/>
          <p:nvPr/>
        </p:nvSpPr>
        <p:spPr>
          <a:xfrm>
            <a:off x="2989493" y="4226500"/>
            <a:ext cx="600860" cy="223083"/>
          </a:xfrm>
          <a:custGeom>
            <a:avLst/>
            <a:gdLst/>
            <a:ahLst/>
            <a:cxnLst/>
            <a:rect l="l" t="t" r="r" b="b"/>
            <a:pathLst>
              <a:path w="113103" h="55287" extrusionOk="0">
                <a:moveTo>
                  <a:pt x="0" y="25974"/>
                </a:moveTo>
                <a:lnTo>
                  <a:pt x="15641" y="20989"/>
                </a:lnTo>
                <a:lnTo>
                  <a:pt x="29441" y="18270"/>
                </a:lnTo>
                <a:lnTo>
                  <a:pt x="37271" y="18467"/>
                </a:lnTo>
                <a:lnTo>
                  <a:pt x="49728" y="22455"/>
                </a:lnTo>
                <a:lnTo>
                  <a:pt x="64601" y="20846"/>
                </a:lnTo>
                <a:lnTo>
                  <a:pt x="78637" y="21753"/>
                </a:lnTo>
                <a:lnTo>
                  <a:pt x="90121" y="20846"/>
                </a:lnTo>
                <a:lnTo>
                  <a:pt x="99478" y="14049"/>
                </a:lnTo>
                <a:lnTo>
                  <a:pt x="104545" y="10488"/>
                </a:lnTo>
                <a:lnTo>
                  <a:pt x="113103" y="0"/>
                </a:lnTo>
                <a:lnTo>
                  <a:pt x="113103" y="55287"/>
                </a:lnTo>
                <a:lnTo>
                  <a:pt x="104958" y="52377"/>
                </a:lnTo>
                <a:lnTo>
                  <a:pt x="90424" y="46392"/>
                </a:lnTo>
                <a:lnTo>
                  <a:pt x="70077" y="41406"/>
                </a:lnTo>
                <a:lnTo>
                  <a:pt x="56373" y="35421"/>
                </a:lnTo>
                <a:lnTo>
                  <a:pt x="43915" y="32428"/>
                </a:lnTo>
                <a:lnTo>
                  <a:pt x="27661" y="24141"/>
                </a:lnTo>
                <a:lnTo>
                  <a:pt x="19957" y="23688"/>
                </a:lnTo>
                <a:lnTo>
                  <a:pt x="11800" y="25047"/>
                </a:lnTo>
                <a:close/>
              </a:path>
            </a:pathLst>
          </a:custGeom>
          <a:solidFill>
            <a:srgbClr val="EAD1DC"/>
          </a:solidFill>
          <a:ln>
            <a:noFill/>
          </a:ln>
        </p:spPr>
        <p:txBody>
          <a:bodyPr/>
          <a:lstStyle/>
          <a:p>
            <a:endParaRPr lang="en-US"/>
          </a:p>
        </p:txBody>
      </p:sp>
      <p:sp>
        <p:nvSpPr>
          <p:cNvPr id="530" name="Google Shape;530;p17"/>
          <p:cNvSpPr/>
          <p:nvPr/>
        </p:nvSpPr>
        <p:spPr>
          <a:xfrm>
            <a:off x="6889325" y="3837375"/>
            <a:ext cx="1625000" cy="329225"/>
          </a:xfrm>
          <a:custGeom>
            <a:avLst/>
            <a:gdLst/>
            <a:ahLst/>
            <a:cxnLst/>
            <a:rect l="l" t="t" r="r" b="b"/>
            <a:pathLst>
              <a:path w="65000" h="13169" extrusionOk="0">
                <a:moveTo>
                  <a:pt x="0" y="6187"/>
                </a:moveTo>
                <a:lnTo>
                  <a:pt x="8989" y="5000"/>
                </a:lnTo>
                <a:lnTo>
                  <a:pt x="16920" y="4352"/>
                </a:lnTo>
                <a:lnTo>
                  <a:pt x="21420" y="4399"/>
                </a:lnTo>
                <a:lnTo>
                  <a:pt x="28579" y="5349"/>
                </a:lnTo>
                <a:lnTo>
                  <a:pt x="37228" y="1953"/>
                </a:lnTo>
                <a:lnTo>
                  <a:pt x="47134" y="2334"/>
                </a:lnTo>
                <a:lnTo>
                  <a:pt x="54754" y="2334"/>
                </a:lnTo>
                <a:lnTo>
                  <a:pt x="57170" y="3346"/>
                </a:lnTo>
                <a:lnTo>
                  <a:pt x="60082" y="2498"/>
                </a:lnTo>
                <a:lnTo>
                  <a:pt x="65000" y="0"/>
                </a:lnTo>
                <a:lnTo>
                  <a:pt x="65000" y="13169"/>
                </a:lnTo>
                <a:lnTo>
                  <a:pt x="60319" y="12476"/>
                </a:lnTo>
                <a:lnTo>
                  <a:pt x="51967" y="11051"/>
                </a:lnTo>
                <a:lnTo>
                  <a:pt x="40273" y="9863"/>
                </a:lnTo>
                <a:lnTo>
                  <a:pt x="32398" y="8437"/>
                </a:lnTo>
                <a:lnTo>
                  <a:pt x="25238" y="7724"/>
                </a:lnTo>
                <a:lnTo>
                  <a:pt x="15897" y="5750"/>
                </a:lnTo>
                <a:lnTo>
                  <a:pt x="11469" y="5642"/>
                </a:lnTo>
                <a:lnTo>
                  <a:pt x="6781" y="5966"/>
                </a:lnTo>
                <a:close/>
              </a:path>
            </a:pathLst>
          </a:custGeom>
          <a:solidFill>
            <a:srgbClr val="F9CB9C"/>
          </a:solidFill>
          <a:ln>
            <a:noFill/>
          </a:ln>
        </p:spPr>
        <p:txBody>
          <a:bodyPr/>
          <a:lstStyle/>
          <a:p>
            <a:endParaRPr lang="en-US"/>
          </a:p>
        </p:txBody>
      </p:sp>
      <p:sp>
        <p:nvSpPr>
          <p:cNvPr id="531" name="Google Shape;531;p17"/>
          <p:cNvSpPr/>
          <p:nvPr/>
        </p:nvSpPr>
        <p:spPr>
          <a:xfrm>
            <a:off x="7919768" y="3890450"/>
            <a:ext cx="600860" cy="223083"/>
          </a:xfrm>
          <a:custGeom>
            <a:avLst/>
            <a:gdLst/>
            <a:ahLst/>
            <a:cxnLst/>
            <a:rect l="l" t="t" r="r" b="b"/>
            <a:pathLst>
              <a:path w="113103" h="55287" extrusionOk="0">
                <a:moveTo>
                  <a:pt x="0" y="25974"/>
                </a:moveTo>
                <a:lnTo>
                  <a:pt x="15641" y="20989"/>
                </a:lnTo>
                <a:lnTo>
                  <a:pt x="29441" y="18270"/>
                </a:lnTo>
                <a:lnTo>
                  <a:pt x="37271" y="18467"/>
                </a:lnTo>
                <a:lnTo>
                  <a:pt x="49728" y="22455"/>
                </a:lnTo>
                <a:lnTo>
                  <a:pt x="64601" y="20846"/>
                </a:lnTo>
                <a:lnTo>
                  <a:pt x="78637" y="21753"/>
                </a:lnTo>
                <a:lnTo>
                  <a:pt x="90121" y="20846"/>
                </a:lnTo>
                <a:lnTo>
                  <a:pt x="99478" y="14049"/>
                </a:lnTo>
                <a:lnTo>
                  <a:pt x="104545" y="10488"/>
                </a:lnTo>
                <a:lnTo>
                  <a:pt x="113103" y="0"/>
                </a:lnTo>
                <a:lnTo>
                  <a:pt x="113103" y="55287"/>
                </a:lnTo>
                <a:lnTo>
                  <a:pt x="104958" y="52377"/>
                </a:lnTo>
                <a:lnTo>
                  <a:pt x="90424" y="46392"/>
                </a:lnTo>
                <a:lnTo>
                  <a:pt x="70077" y="41406"/>
                </a:lnTo>
                <a:lnTo>
                  <a:pt x="56373" y="35421"/>
                </a:lnTo>
                <a:lnTo>
                  <a:pt x="43915" y="32428"/>
                </a:lnTo>
                <a:lnTo>
                  <a:pt x="27661" y="24141"/>
                </a:lnTo>
                <a:lnTo>
                  <a:pt x="19957" y="23688"/>
                </a:lnTo>
                <a:lnTo>
                  <a:pt x="11800" y="25047"/>
                </a:lnTo>
                <a:close/>
              </a:path>
            </a:pathLst>
          </a:custGeom>
          <a:solidFill>
            <a:srgbClr val="DD7E6B"/>
          </a:solidFill>
          <a:ln>
            <a:noFill/>
          </a:ln>
        </p:spPr>
        <p:txBody>
          <a:bodyPr/>
          <a:lstStyle/>
          <a:p>
            <a:endParaRPr lang="en-US"/>
          </a:p>
        </p:txBody>
      </p:sp>
      <p:sp>
        <p:nvSpPr>
          <p:cNvPr id="532" name="Google Shape;532;p17"/>
          <p:cNvSpPr/>
          <p:nvPr/>
        </p:nvSpPr>
        <p:spPr>
          <a:xfrm>
            <a:off x="5932975" y="4326226"/>
            <a:ext cx="745945" cy="165614"/>
          </a:xfrm>
          <a:custGeom>
            <a:avLst/>
            <a:gdLst/>
            <a:ahLst/>
            <a:cxnLst/>
            <a:rect l="l" t="t" r="r" b="b"/>
            <a:pathLst>
              <a:path w="174490" h="32394" extrusionOk="0">
                <a:moveTo>
                  <a:pt x="0" y="25695"/>
                </a:moveTo>
                <a:lnTo>
                  <a:pt x="6867" y="24212"/>
                </a:lnTo>
                <a:lnTo>
                  <a:pt x="18580" y="19766"/>
                </a:lnTo>
                <a:lnTo>
                  <a:pt x="25850" y="16306"/>
                </a:lnTo>
                <a:lnTo>
                  <a:pt x="37564" y="10871"/>
                </a:lnTo>
                <a:lnTo>
                  <a:pt x="48470" y="5436"/>
                </a:lnTo>
                <a:lnTo>
                  <a:pt x="59375" y="3459"/>
                </a:lnTo>
                <a:lnTo>
                  <a:pt x="74320" y="988"/>
                </a:lnTo>
                <a:lnTo>
                  <a:pt x="85226" y="988"/>
                </a:lnTo>
                <a:lnTo>
                  <a:pt x="102593" y="0"/>
                </a:lnTo>
                <a:lnTo>
                  <a:pt x="110332" y="4750"/>
                </a:lnTo>
                <a:lnTo>
                  <a:pt x="124380" y="10189"/>
                </a:lnTo>
                <a:lnTo>
                  <a:pt x="139335" y="10642"/>
                </a:lnTo>
                <a:lnTo>
                  <a:pt x="147492" y="13361"/>
                </a:lnTo>
                <a:lnTo>
                  <a:pt x="156555" y="16080"/>
                </a:lnTo>
                <a:lnTo>
                  <a:pt x="174490" y="5929"/>
                </a:lnTo>
                <a:lnTo>
                  <a:pt x="155506" y="15813"/>
                </a:lnTo>
                <a:lnTo>
                  <a:pt x="128040" y="16801"/>
                </a:lnTo>
                <a:lnTo>
                  <a:pt x="96939" y="13835"/>
                </a:lnTo>
                <a:lnTo>
                  <a:pt x="86841" y="12847"/>
                </a:lnTo>
                <a:lnTo>
                  <a:pt x="64626" y="16306"/>
                </a:lnTo>
                <a:lnTo>
                  <a:pt x="55740" y="21248"/>
                </a:lnTo>
                <a:lnTo>
                  <a:pt x="48247" y="26050"/>
                </a:lnTo>
                <a:lnTo>
                  <a:pt x="33293" y="31034"/>
                </a:lnTo>
                <a:lnTo>
                  <a:pt x="21510" y="32394"/>
                </a:lnTo>
                <a:lnTo>
                  <a:pt x="11541" y="31034"/>
                </a:lnTo>
                <a:close/>
              </a:path>
            </a:pathLst>
          </a:custGeom>
          <a:solidFill>
            <a:srgbClr val="B4A7D6"/>
          </a:solidFill>
          <a:ln>
            <a:noFill/>
          </a:ln>
        </p:spPr>
        <p:txBody>
          <a:bodyPr/>
          <a:lstStyle/>
          <a:p>
            <a:endParaRPr lang="en-US"/>
          </a:p>
        </p:txBody>
      </p:sp>
      <p:sp>
        <p:nvSpPr>
          <p:cNvPr id="533" name="Google Shape;533;p17"/>
          <p:cNvSpPr/>
          <p:nvPr/>
        </p:nvSpPr>
        <p:spPr>
          <a:xfrm>
            <a:off x="8181678" y="3252968"/>
            <a:ext cx="537136" cy="223135"/>
          </a:xfrm>
          <a:custGeom>
            <a:avLst/>
            <a:gdLst/>
            <a:ahLst/>
            <a:cxnLst/>
            <a:rect l="l" t="t" r="r" b="b"/>
            <a:pathLst>
              <a:path w="58006" h="31797" extrusionOk="0">
                <a:moveTo>
                  <a:pt x="0" y="0"/>
                </a:moveTo>
                <a:lnTo>
                  <a:pt x="33329" y="9191"/>
                </a:lnTo>
                <a:lnTo>
                  <a:pt x="51512" y="12295"/>
                </a:lnTo>
                <a:lnTo>
                  <a:pt x="58006" y="14511"/>
                </a:lnTo>
                <a:lnTo>
                  <a:pt x="58006" y="31797"/>
                </a:lnTo>
                <a:lnTo>
                  <a:pt x="52810" y="25149"/>
                </a:lnTo>
                <a:lnTo>
                  <a:pt x="46317" y="19387"/>
                </a:lnTo>
                <a:lnTo>
                  <a:pt x="33763" y="14067"/>
                </a:lnTo>
                <a:lnTo>
                  <a:pt x="22205" y="9516"/>
                </a:lnTo>
                <a:lnTo>
                  <a:pt x="13595" y="6797"/>
                </a:lnTo>
                <a:close/>
              </a:path>
            </a:pathLst>
          </a:custGeom>
          <a:solidFill>
            <a:srgbClr val="FFD966"/>
          </a:solidFill>
          <a:ln>
            <a:noFill/>
          </a:ln>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18"/>
          <p:cNvSpPr txBox="1">
            <a:spLocks noGrp="1"/>
          </p:cNvSpPr>
          <p:nvPr>
            <p:ph type="title"/>
          </p:nvPr>
        </p:nvSpPr>
        <p:spPr>
          <a:xfrm>
            <a:off x="0" y="-17225"/>
            <a:ext cx="9020100" cy="69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000">
                <a:latin typeface="Lato Light"/>
                <a:ea typeface="Lato Light"/>
                <a:cs typeface="Lato Light"/>
                <a:sym typeface="Lato Light"/>
              </a:rPr>
              <a:t>This is the process that </a:t>
            </a:r>
            <a:r>
              <a:rPr lang="en" sz="2000" b="1">
                <a:latin typeface="Lato"/>
                <a:ea typeface="Lato"/>
                <a:cs typeface="Lato"/>
                <a:sym typeface="Lato"/>
              </a:rPr>
              <a:t>we would see recorded in the data</a:t>
            </a:r>
            <a:r>
              <a:rPr lang="en" sz="2000">
                <a:latin typeface="Lato Light"/>
                <a:ea typeface="Lato Light"/>
                <a:cs typeface="Lato Light"/>
                <a:sym typeface="Lato Light"/>
              </a:rPr>
              <a:t> if we sequenced every case.</a:t>
            </a:r>
            <a:endParaRPr sz="2000">
              <a:latin typeface="Lato Light"/>
              <a:ea typeface="Lato Light"/>
              <a:cs typeface="Lato Light"/>
              <a:sym typeface="Lato Light"/>
            </a:endParaRPr>
          </a:p>
          <a:p>
            <a:pPr marL="0" lvl="0" indent="0" algn="l" rtl="0">
              <a:lnSpc>
                <a:spcPct val="100000"/>
              </a:lnSpc>
              <a:spcBef>
                <a:spcPts val="0"/>
              </a:spcBef>
              <a:spcAft>
                <a:spcPts val="0"/>
              </a:spcAft>
              <a:buSzPts val="990"/>
              <a:buNone/>
            </a:pPr>
            <a:endParaRPr sz="2000">
              <a:latin typeface="Lato Light"/>
              <a:ea typeface="Lato Light"/>
              <a:cs typeface="Lato Light"/>
              <a:sym typeface="Lato Light"/>
            </a:endParaRPr>
          </a:p>
          <a:p>
            <a:pPr marL="0" lvl="0" indent="0" algn="l" rtl="0">
              <a:lnSpc>
                <a:spcPct val="100000"/>
              </a:lnSpc>
              <a:spcBef>
                <a:spcPts val="0"/>
              </a:spcBef>
              <a:spcAft>
                <a:spcPts val="0"/>
              </a:spcAft>
              <a:buSzPts val="990"/>
              <a:buNone/>
            </a:pPr>
            <a:endParaRPr sz="2000">
              <a:latin typeface="Lato Light"/>
              <a:ea typeface="Lato Light"/>
              <a:cs typeface="Lato Light"/>
              <a:sym typeface="Lato Light"/>
            </a:endParaRPr>
          </a:p>
        </p:txBody>
      </p:sp>
      <p:sp>
        <p:nvSpPr>
          <p:cNvPr id="539" name="Google Shape;539;p18"/>
          <p:cNvSpPr/>
          <p:nvPr/>
        </p:nvSpPr>
        <p:spPr>
          <a:xfrm>
            <a:off x="425138" y="389725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0" name="Google Shape;540;p18"/>
          <p:cNvSpPr/>
          <p:nvPr/>
        </p:nvSpPr>
        <p:spPr>
          <a:xfrm>
            <a:off x="1914638" y="111020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1" name="Google Shape;541;p18"/>
          <p:cNvSpPr/>
          <p:nvPr/>
        </p:nvSpPr>
        <p:spPr>
          <a:xfrm>
            <a:off x="4428713" y="278405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42" name="Google Shape;542;p18"/>
          <p:cNvCxnSpPr/>
          <p:nvPr/>
        </p:nvCxnSpPr>
        <p:spPr>
          <a:xfrm>
            <a:off x="821738" y="4095550"/>
            <a:ext cx="1291500" cy="0"/>
          </a:xfrm>
          <a:prstGeom prst="straightConnector1">
            <a:avLst/>
          </a:prstGeom>
          <a:noFill/>
          <a:ln w="28575" cap="flat" cmpd="sng">
            <a:solidFill>
              <a:srgbClr val="434343"/>
            </a:solidFill>
            <a:prstDash val="solid"/>
            <a:round/>
            <a:headEnd type="none" w="sm" len="sm"/>
            <a:tailEnd type="none" w="sm" len="sm"/>
          </a:ln>
        </p:spPr>
      </p:cxnSp>
      <p:cxnSp>
        <p:nvCxnSpPr>
          <p:cNvPr id="543" name="Google Shape;543;p18"/>
          <p:cNvCxnSpPr/>
          <p:nvPr/>
        </p:nvCxnSpPr>
        <p:spPr>
          <a:xfrm>
            <a:off x="2113238" y="3993250"/>
            <a:ext cx="0" cy="204600"/>
          </a:xfrm>
          <a:prstGeom prst="straightConnector1">
            <a:avLst/>
          </a:prstGeom>
          <a:noFill/>
          <a:ln w="28575" cap="flat" cmpd="sng">
            <a:solidFill>
              <a:srgbClr val="434343"/>
            </a:solidFill>
            <a:prstDash val="solid"/>
            <a:round/>
            <a:headEnd type="none" w="sm" len="sm"/>
            <a:tailEnd type="none" w="sm" len="sm"/>
          </a:ln>
        </p:spPr>
      </p:cxnSp>
      <p:cxnSp>
        <p:nvCxnSpPr>
          <p:cNvPr id="544" name="Google Shape;544;p18"/>
          <p:cNvCxnSpPr/>
          <p:nvPr/>
        </p:nvCxnSpPr>
        <p:spPr>
          <a:xfrm>
            <a:off x="1619913" y="2985300"/>
            <a:ext cx="2099100" cy="0"/>
          </a:xfrm>
          <a:prstGeom prst="straightConnector1">
            <a:avLst/>
          </a:prstGeom>
          <a:noFill/>
          <a:ln w="28575" cap="flat" cmpd="sng">
            <a:solidFill>
              <a:srgbClr val="434343"/>
            </a:solidFill>
            <a:prstDash val="solid"/>
            <a:round/>
            <a:headEnd type="none" w="sm" len="sm"/>
            <a:tailEnd type="none" w="sm" len="sm"/>
          </a:ln>
        </p:spPr>
      </p:cxnSp>
      <p:cxnSp>
        <p:nvCxnSpPr>
          <p:cNvPr id="545" name="Google Shape;545;p18"/>
          <p:cNvCxnSpPr/>
          <p:nvPr/>
        </p:nvCxnSpPr>
        <p:spPr>
          <a:xfrm>
            <a:off x="3718988" y="2883000"/>
            <a:ext cx="0" cy="204600"/>
          </a:xfrm>
          <a:prstGeom prst="straightConnector1">
            <a:avLst/>
          </a:prstGeom>
          <a:noFill/>
          <a:ln w="28575" cap="flat" cmpd="sng">
            <a:solidFill>
              <a:srgbClr val="434343"/>
            </a:solidFill>
            <a:prstDash val="solid"/>
            <a:round/>
            <a:headEnd type="none" w="sm" len="sm"/>
            <a:tailEnd type="none" w="sm" len="sm"/>
          </a:ln>
        </p:spPr>
      </p:cxnSp>
      <p:cxnSp>
        <p:nvCxnSpPr>
          <p:cNvPr id="546" name="Google Shape;546;p18"/>
          <p:cNvCxnSpPr/>
          <p:nvPr/>
        </p:nvCxnSpPr>
        <p:spPr>
          <a:xfrm>
            <a:off x="3285313" y="1823500"/>
            <a:ext cx="1756200" cy="0"/>
          </a:xfrm>
          <a:prstGeom prst="straightConnector1">
            <a:avLst/>
          </a:prstGeom>
          <a:noFill/>
          <a:ln w="28575" cap="flat" cmpd="sng">
            <a:solidFill>
              <a:srgbClr val="434343"/>
            </a:solidFill>
            <a:prstDash val="solid"/>
            <a:round/>
            <a:headEnd type="none" w="sm" len="sm"/>
            <a:tailEnd type="none" w="sm" len="sm"/>
          </a:ln>
        </p:spPr>
      </p:cxnSp>
      <p:cxnSp>
        <p:nvCxnSpPr>
          <p:cNvPr id="547" name="Google Shape;547;p18"/>
          <p:cNvCxnSpPr/>
          <p:nvPr/>
        </p:nvCxnSpPr>
        <p:spPr>
          <a:xfrm>
            <a:off x="5041320" y="1721200"/>
            <a:ext cx="0" cy="204600"/>
          </a:xfrm>
          <a:prstGeom prst="straightConnector1">
            <a:avLst/>
          </a:prstGeom>
          <a:noFill/>
          <a:ln w="28575" cap="flat" cmpd="sng">
            <a:solidFill>
              <a:srgbClr val="434343"/>
            </a:solidFill>
            <a:prstDash val="solid"/>
            <a:round/>
            <a:headEnd type="none" w="sm" len="sm"/>
            <a:tailEnd type="none" w="sm" len="sm"/>
          </a:ln>
        </p:spPr>
      </p:cxnSp>
      <p:cxnSp>
        <p:nvCxnSpPr>
          <p:cNvPr id="548" name="Google Shape;548;p18"/>
          <p:cNvCxnSpPr/>
          <p:nvPr/>
        </p:nvCxnSpPr>
        <p:spPr>
          <a:xfrm>
            <a:off x="1421622" y="3183600"/>
            <a:ext cx="0" cy="917700"/>
          </a:xfrm>
          <a:prstGeom prst="straightConnector1">
            <a:avLst/>
          </a:prstGeom>
          <a:noFill/>
          <a:ln w="28575" cap="flat" cmpd="sng">
            <a:solidFill>
              <a:srgbClr val="434343"/>
            </a:solidFill>
            <a:prstDash val="solid"/>
            <a:round/>
            <a:headEnd type="none" w="sm" len="sm"/>
            <a:tailEnd type="none" w="sm" len="sm"/>
          </a:ln>
        </p:spPr>
      </p:cxnSp>
      <p:sp>
        <p:nvSpPr>
          <p:cNvPr id="549" name="Google Shape;549;p18"/>
          <p:cNvSpPr/>
          <p:nvPr/>
        </p:nvSpPr>
        <p:spPr>
          <a:xfrm>
            <a:off x="2888713" y="162520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50" name="Google Shape;550;p18"/>
          <p:cNvCxnSpPr/>
          <p:nvPr/>
        </p:nvCxnSpPr>
        <p:spPr>
          <a:xfrm flipH="1">
            <a:off x="2112638" y="1506800"/>
            <a:ext cx="600" cy="1467900"/>
          </a:xfrm>
          <a:prstGeom prst="straightConnector1">
            <a:avLst/>
          </a:prstGeom>
          <a:noFill/>
          <a:ln w="28575" cap="flat" cmpd="sng">
            <a:solidFill>
              <a:srgbClr val="434343"/>
            </a:solidFill>
            <a:prstDash val="solid"/>
            <a:round/>
            <a:headEnd type="none" w="sm" len="sm"/>
            <a:tailEnd type="none" w="sm" len="sm"/>
          </a:ln>
        </p:spPr>
      </p:cxnSp>
      <p:cxnSp>
        <p:nvCxnSpPr>
          <p:cNvPr id="551" name="Google Shape;551;p18"/>
          <p:cNvCxnSpPr/>
          <p:nvPr/>
        </p:nvCxnSpPr>
        <p:spPr>
          <a:xfrm>
            <a:off x="3087013" y="2027688"/>
            <a:ext cx="0" cy="957600"/>
          </a:xfrm>
          <a:prstGeom prst="straightConnector1">
            <a:avLst/>
          </a:prstGeom>
          <a:noFill/>
          <a:ln w="28575" cap="flat" cmpd="sng">
            <a:solidFill>
              <a:srgbClr val="434343"/>
            </a:solidFill>
            <a:prstDash val="solid"/>
            <a:round/>
            <a:headEnd type="none" w="sm" len="sm"/>
            <a:tailEnd type="none" w="sm" len="sm"/>
          </a:ln>
        </p:spPr>
      </p:cxnSp>
      <p:cxnSp>
        <p:nvCxnSpPr>
          <p:cNvPr id="552" name="Google Shape;552;p18"/>
          <p:cNvCxnSpPr/>
          <p:nvPr/>
        </p:nvCxnSpPr>
        <p:spPr>
          <a:xfrm>
            <a:off x="2311238" y="1308500"/>
            <a:ext cx="1807200" cy="0"/>
          </a:xfrm>
          <a:prstGeom prst="straightConnector1">
            <a:avLst/>
          </a:prstGeom>
          <a:noFill/>
          <a:ln w="28575" cap="flat" cmpd="sng">
            <a:solidFill>
              <a:srgbClr val="434343"/>
            </a:solidFill>
            <a:prstDash val="solid"/>
            <a:round/>
            <a:headEnd type="none" w="sm" len="sm"/>
            <a:tailEnd type="none" w="sm" len="sm"/>
          </a:ln>
        </p:spPr>
      </p:cxnSp>
      <p:cxnSp>
        <p:nvCxnSpPr>
          <p:cNvPr id="553" name="Google Shape;553;p18"/>
          <p:cNvCxnSpPr/>
          <p:nvPr/>
        </p:nvCxnSpPr>
        <p:spPr>
          <a:xfrm>
            <a:off x="4118315" y="1206200"/>
            <a:ext cx="0" cy="204600"/>
          </a:xfrm>
          <a:prstGeom prst="straightConnector1">
            <a:avLst/>
          </a:prstGeom>
          <a:noFill/>
          <a:ln w="28575" cap="flat" cmpd="sng">
            <a:solidFill>
              <a:srgbClr val="434343"/>
            </a:solidFill>
            <a:prstDash val="solid"/>
            <a:round/>
            <a:headEnd type="none" w="sm" len="sm"/>
            <a:tailEnd type="none" w="sm" len="sm"/>
          </a:ln>
        </p:spPr>
      </p:cxnSp>
      <p:cxnSp>
        <p:nvCxnSpPr>
          <p:cNvPr id="554" name="Google Shape;554;p18"/>
          <p:cNvCxnSpPr/>
          <p:nvPr/>
        </p:nvCxnSpPr>
        <p:spPr>
          <a:xfrm>
            <a:off x="4610263" y="1823488"/>
            <a:ext cx="0" cy="957600"/>
          </a:xfrm>
          <a:prstGeom prst="straightConnector1">
            <a:avLst/>
          </a:prstGeom>
          <a:noFill/>
          <a:ln w="28575" cap="flat" cmpd="sng">
            <a:solidFill>
              <a:srgbClr val="434343"/>
            </a:solidFill>
            <a:prstDash val="solid"/>
            <a:round/>
            <a:headEnd type="none" w="sm" len="sm"/>
            <a:tailEnd type="none" w="sm" len="sm"/>
          </a:ln>
        </p:spPr>
      </p:cxnSp>
      <p:cxnSp>
        <p:nvCxnSpPr>
          <p:cNvPr id="555" name="Google Shape;555;p18"/>
          <p:cNvCxnSpPr/>
          <p:nvPr/>
        </p:nvCxnSpPr>
        <p:spPr>
          <a:xfrm>
            <a:off x="4808563" y="2985300"/>
            <a:ext cx="1756200" cy="0"/>
          </a:xfrm>
          <a:prstGeom prst="straightConnector1">
            <a:avLst/>
          </a:prstGeom>
          <a:noFill/>
          <a:ln w="28575" cap="flat" cmpd="sng">
            <a:solidFill>
              <a:srgbClr val="434343"/>
            </a:solidFill>
            <a:prstDash val="solid"/>
            <a:round/>
            <a:headEnd type="none" w="sm" len="sm"/>
            <a:tailEnd type="none" w="sm" len="sm"/>
          </a:ln>
        </p:spPr>
      </p:cxnSp>
      <p:cxnSp>
        <p:nvCxnSpPr>
          <p:cNvPr id="556" name="Google Shape;556;p18"/>
          <p:cNvCxnSpPr/>
          <p:nvPr/>
        </p:nvCxnSpPr>
        <p:spPr>
          <a:xfrm>
            <a:off x="6564763" y="2883000"/>
            <a:ext cx="0" cy="204600"/>
          </a:xfrm>
          <a:prstGeom prst="straightConnector1">
            <a:avLst/>
          </a:prstGeom>
          <a:noFill/>
          <a:ln w="28575" cap="flat" cmpd="sng">
            <a:solidFill>
              <a:srgbClr val="434343"/>
            </a:solidFill>
            <a:prstDash val="solid"/>
            <a:round/>
            <a:headEnd type="none" w="sm" len="sm"/>
            <a:tailEnd type="none" w="sm" len="sm"/>
          </a:ln>
        </p:spPr>
      </p:cxnSp>
      <p:cxnSp>
        <p:nvCxnSpPr>
          <p:cNvPr id="557" name="Google Shape;557;p18"/>
          <p:cNvCxnSpPr/>
          <p:nvPr/>
        </p:nvCxnSpPr>
        <p:spPr>
          <a:xfrm>
            <a:off x="5239813" y="2990925"/>
            <a:ext cx="0" cy="929100"/>
          </a:xfrm>
          <a:prstGeom prst="straightConnector1">
            <a:avLst/>
          </a:prstGeom>
          <a:noFill/>
          <a:ln w="28575" cap="flat" cmpd="sng">
            <a:solidFill>
              <a:srgbClr val="434343"/>
            </a:solidFill>
            <a:prstDash val="solid"/>
            <a:round/>
            <a:headEnd type="none" w="sm" len="sm"/>
            <a:tailEnd type="none" w="sm" len="sm"/>
          </a:ln>
        </p:spPr>
      </p:cxnSp>
      <p:cxnSp>
        <p:nvCxnSpPr>
          <p:cNvPr id="558" name="Google Shape;558;p18"/>
          <p:cNvCxnSpPr/>
          <p:nvPr/>
        </p:nvCxnSpPr>
        <p:spPr>
          <a:xfrm>
            <a:off x="5438113" y="4095550"/>
            <a:ext cx="1240800" cy="0"/>
          </a:xfrm>
          <a:prstGeom prst="straightConnector1">
            <a:avLst/>
          </a:prstGeom>
          <a:noFill/>
          <a:ln w="28575" cap="flat" cmpd="sng">
            <a:solidFill>
              <a:srgbClr val="434343"/>
            </a:solidFill>
            <a:prstDash val="solid"/>
            <a:round/>
            <a:headEnd type="none" w="sm" len="sm"/>
            <a:tailEnd type="none" w="sm" len="sm"/>
          </a:ln>
        </p:spPr>
      </p:cxnSp>
      <p:cxnSp>
        <p:nvCxnSpPr>
          <p:cNvPr id="559" name="Google Shape;559;p18"/>
          <p:cNvCxnSpPr/>
          <p:nvPr/>
        </p:nvCxnSpPr>
        <p:spPr>
          <a:xfrm>
            <a:off x="6678938" y="3993250"/>
            <a:ext cx="0" cy="204600"/>
          </a:xfrm>
          <a:prstGeom prst="straightConnector1">
            <a:avLst/>
          </a:prstGeom>
          <a:noFill/>
          <a:ln w="28575" cap="flat" cmpd="sng">
            <a:solidFill>
              <a:srgbClr val="434343"/>
            </a:solidFill>
            <a:prstDash val="solid"/>
            <a:round/>
            <a:headEnd type="none" w="sm" len="sm"/>
            <a:tailEnd type="none" w="sm" len="sm"/>
          </a:ln>
        </p:spPr>
      </p:cxnSp>
      <p:cxnSp>
        <p:nvCxnSpPr>
          <p:cNvPr id="560" name="Google Shape;560;p18"/>
          <p:cNvCxnSpPr/>
          <p:nvPr/>
        </p:nvCxnSpPr>
        <p:spPr>
          <a:xfrm>
            <a:off x="2867638" y="2999300"/>
            <a:ext cx="0" cy="883800"/>
          </a:xfrm>
          <a:prstGeom prst="straightConnector1">
            <a:avLst/>
          </a:prstGeom>
          <a:noFill/>
          <a:ln w="28575" cap="flat" cmpd="sng">
            <a:solidFill>
              <a:srgbClr val="434343"/>
            </a:solidFill>
            <a:prstDash val="solid"/>
            <a:round/>
            <a:headEnd type="none" w="sm" len="sm"/>
            <a:tailEnd type="none" w="sm" len="sm"/>
          </a:ln>
        </p:spPr>
      </p:cxnSp>
      <p:cxnSp>
        <p:nvCxnSpPr>
          <p:cNvPr id="561" name="Google Shape;561;p18"/>
          <p:cNvCxnSpPr/>
          <p:nvPr/>
        </p:nvCxnSpPr>
        <p:spPr>
          <a:xfrm rot="10800000" flipH="1">
            <a:off x="3065925" y="4095250"/>
            <a:ext cx="524400" cy="600"/>
          </a:xfrm>
          <a:prstGeom prst="straightConnector1">
            <a:avLst/>
          </a:prstGeom>
          <a:noFill/>
          <a:ln w="28575" cap="flat" cmpd="sng">
            <a:solidFill>
              <a:srgbClr val="434343"/>
            </a:solidFill>
            <a:prstDash val="solid"/>
            <a:round/>
            <a:headEnd type="none" w="sm" len="sm"/>
            <a:tailEnd type="none" w="sm" len="sm"/>
          </a:ln>
        </p:spPr>
      </p:cxnSp>
      <p:cxnSp>
        <p:nvCxnSpPr>
          <p:cNvPr id="562" name="Google Shape;562;p18"/>
          <p:cNvCxnSpPr/>
          <p:nvPr/>
        </p:nvCxnSpPr>
        <p:spPr>
          <a:xfrm>
            <a:off x="3590325" y="3993250"/>
            <a:ext cx="0" cy="204600"/>
          </a:xfrm>
          <a:prstGeom prst="straightConnector1">
            <a:avLst/>
          </a:prstGeom>
          <a:noFill/>
          <a:ln w="28575" cap="flat" cmpd="sng">
            <a:solidFill>
              <a:srgbClr val="434343"/>
            </a:solidFill>
            <a:prstDash val="solid"/>
            <a:round/>
            <a:headEnd type="none" w="sm" len="sm"/>
            <a:tailEnd type="none" w="sm" len="sm"/>
          </a:ln>
        </p:spPr>
      </p:cxnSp>
      <p:cxnSp>
        <p:nvCxnSpPr>
          <p:cNvPr id="563" name="Google Shape;563;p18"/>
          <p:cNvCxnSpPr/>
          <p:nvPr/>
        </p:nvCxnSpPr>
        <p:spPr>
          <a:xfrm>
            <a:off x="6168063" y="1820550"/>
            <a:ext cx="1756200" cy="0"/>
          </a:xfrm>
          <a:prstGeom prst="straightConnector1">
            <a:avLst/>
          </a:prstGeom>
          <a:noFill/>
          <a:ln w="28575" cap="flat" cmpd="sng">
            <a:solidFill>
              <a:srgbClr val="434343"/>
            </a:solidFill>
            <a:prstDash val="solid"/>
            <a:round/>
            <a:headEnd type="none" w="sm" len="sm"/>
            <a:tailEnd type="none" w="sm" len="sm"/>
          </a:ln>
        </p:spPr>
      </p:cxnSp>
      <p:cxnSp>
        <p:nvCxnSpPr>
          <p:cNvPr id="564" name="Google Shape;564;p18"/>
          <p:cNvCxnSpPr/>
          <p:nvPr/>
        </p:nvCxnSpPr>
        <p:spPr>
          <a:xfrm>
            <a:off x="5969763" y="2024738"/>
            <a:ext cx="0" cy="957600"/>
          </a:xfrm>
          <a:prstGeom prst="straightConnector1">
            <a:avLst/>
          </a:prstGeom>
          <a:noFill/>
          <a:ln w="28575" cap="flat" cmpd="sng">
            <a:solidFill>
              <a:srgbClr val="434343"/>
            </a:solidFill>
            <a:prstDash val="solid"/>
            <a:round/>
            <a:headEnd type="none" w="sm" len="sm"/>
            <a:tailEnd type="none" w="sm" len="sm"/>
          </a:ln>
        </p:spPr>
      </p:cxnSp>
      <p:cxnSp>
        <p:nvCxnSpPr>
          <p:cNvPr id="565" name="Google Shape;565;p18"/>
          <p:cNvCxnSpPr/>
          <p:nvPr/>
        </p:nvCxnSpPr>
        <p:spPr>
          <a:xfrm>
            <a:off x="7924270" y="1718250"/>
            <a:ext cx="0" cy="204600"/>
          </a:xfrm>
          <a:prstGeom prst="straightConnector1">
            <a:avLst/>
          </a:prstGeom>
          <a:noFill/>
          <a:ln w="28575" cap="flat" cmpd="sng">
            <a:solidFill>
              <a:srgbClr val="434343"/>
            </a:solidFill>
            <a:prstDash val="solid"/>
            <a:round/>
            <a:headEnd type="none" w="sm" len="sm"/>
            <a:tailEnd type="none" w="sm" len="sm"/>
          </a:ln>
        </p:spPr>
      </p:cxnSp>
      <p:sp>
        <p:nvSpPr>
          <p:cNvPr id="566" name="Google Shape;566;p18"/>
          <p:cNvSpPr/>
          <p:nvPr/>
        </p:nvSpPr>
        <p:spPr>
          <a:xfrm>
            <a:off x="7329263" y="278405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67" name="Google Shape;567;p18"/>
          <p:cNvCxnSpPr/>
          <p:nvPr/>
        </p:nvCxnSpPr>
        <p:spPr>
          <a:xfrm>
            <a:off x="7527563" y="1820538"/>
            <a:ext cx="0" cy="957600"/>
          </a:xfrm>
          <a:prstGeom prst="straightConnector1">
            <a:avLst/>
          </a:prstGeom>
          <a:noFill/>
          <a:ln w="28575" cap="flat" cmpd="sng">
            <a:solidFill>
              <a:srgbClr val="434343"/>
            </a:solidFill>
            <a:prstDash val="solid"/>
            <a:round/>
            <a:headEnd type="none" w="sm" len="sm"/>
            <a:tailEnd type="none" w="sm" len="sm"/>
          </a:ln>
        </p:spPr>
      </p:cxnSp>
      <p:cxnSp>
        <p:nvCxnSpPr>
          <p:cNvPr id="568" name="Google Shape;568;p18"/>
          <p:cNvCxnSpPr/>
          <p:nvPr/>
        </p:nvCxnSpPr>
        <p:spPr>
          <a:xfrm>
            <a:off x="7725863" y="2982350"/>
            <a:ext cx="993000" cy="8700"/>
          </a:xfrm>
          <a:prstGeom prst="straightConnector1">
            <a:avLst/>
          </a:prstGeom>
          <a:noFill/>
          <a:ln w="28575" cap="flat" cmpd="sng">
            <a:solidFill>
              <a:srgbClr val="434343"/>
            </a:solidFill>
            <a:prstDash val="solid"/>
            <a:round/>
            <a:headEnd type="none" w="sm" len="sm"/>
            <a:tailEnd type="none" w="sm" len="sm"/>
          </a:ln>
        </p:spPr>
      </p:cxnSp>
      <p:cxnSp>
        <p:nvCxnSpPr>
          <p:cNvPr id="569" name="Google Shape;569;p18"/>
          <p:cNvCxnSpPr/>
          <p:nvPr/>
        </p:nvCxnSpPr>
        <p:spPr>
          <a:xfrm>
            <a:off x="8718870" y="2880050"/>
            <a:ext cx="0" cy="204600"/>
          </a:xfrm>
          <a:prstGeom prst="straightConnector1">
            <a:avLst/>
          </a:prstGeom>
          <a:noFill/>
          <a:ln w="28575" cap="flat" cmpd="sng">
            <a:solidFill>
              <a:srgbClr val="434343"/>
            </a:solidFill>
            <a:prstDash val="solid"/>
            <a:round/>
            <a:headEnd type="none" w="sm" len="sm"/>
            <a:tailEnd type="none" w="sm" len="sm"/>
          </a:ln>
        </p:spPr>
      </p:cxnSp>
      <p:sp>
        <p:nvSpPr>
          <p:cNvPr id="570" name="Google Shape;570;p18"/>
          <p:cNvSpPr/>
          <p:nvPr/>
        </p:nvSpPr>
        <p:spPr>
          <a:xfrm>
            <a:off x="6718413" y="3434925"/>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71" name="Google Shape;571;p18"/>
          <p:cNvCxnSpPr/>
          <p:nvPr/>
        </p:nvCxnSpPr>
        <p:spPr>
          <a:xfrm>
            <a:off x="6916713" y="1812675"/>
            <a:ext cx="0" cy="1616400"/>
          </a:xfrm>
          <a:prstGeom prst="straightConnector1">
            <a:avLst/>
          </a:prstGeom>
          <a:noFill/>
          <a:ln w="28575" cap="flat" cmpd="sng">
            <a:solidFill>
              <a:srgbClr val="434343"/>
            </a:solidFill>
            <a:prstDash val="solid"/>
            <a:round/>
            <a:headEnd type="none" w="sm" len="sm"/>
            <a:tailEnd type="none" w="sm" len="sm"/>
          </a:ln>
        </p:spPr>
      </p:cxnSp>
      <p:cxnSp>
        <p:nvCxnSpPr>
          <p:cNvPr id="572" name="Google Shape;572;p18"/>
          <p:cNvCxnSpPr/>
          <p:nvPr/>
        </p:nvCxnSpPr>
        <p:spPr>
          <a:xfrm>
            <a:off x="7115013" y="3633225"/>
            <a:ext cx="1399200" cy="0"/>
          </a:xfrm>
          <a:prstGeom prst="straightConnector1">
            <a:avLst/>
          </a:prstGeom>
          <a:noFill/>
          <a:ln w="28575" cap="flat" cmpd="sng">
            <a:solidFill>
              <a:srgbClr val="434343"/>
            </a:solidFill>
            <a:prstDash val="solid"/>
            <a:round/>
            <a:headEnd type="none" w="sm" len="sm"/>
            <a:tailEnd type="none" w="sm" len="sm"/>
          </a:ln>
        </p:spPr>
      </p:cxnSp>
      <p:cxnSp>
        <p:nvCxnSpPr>
          <p:cNvPr id="573" name="Google Shape;573;p18"/>
          <p:cNvCxnSpPr/>
          <p:nvPr/>
        </p:nvCxnSpPr>
        <p:spPr>
          <a:xfrm>
            <a:off x="8514220" y="3530925"/>
            <a:ext cx="0" cy="204600"/>
          </a:xfrm>
          <a:prstGeom prst="straightConnector1">
            <a:avLst/>
          </a:prstGeom>
          <a:noFill/>
          <a:ln w="28575" cap="flat" cmpd="sng">
            <a:solidFill>
              <a:srgbClr val="434343"/>
            </a:solidFill>
            <a:prstDash val="solid"/>
            <a:round/>
            <a:headEnd type="none" w="sm" len="sm"/>
            <a:tailEnd type="none" w="sm" len="sm"/>
          </a:ln>
        </p:spPr>
      </p:cxnSp>
      <p:sp>
        <p:nvSpPr>
          <p:cNvPr id="574" name="Google Shape;574;p18"/>
          <p:cNvSpPr/>
          <p:nvPr/>
        </p:nvSpPr>
        <p:spPr>
          <a:xfrm>
            <a:off x="2009750" y="1219112"/>
            <a:ext cx="206400" cy="178800"/>
          </a:xfrm>
          <a:prstGeom prst="hexagon">
            <a:avLst>
              <a:gd name="adj" fmla="val 25000"/>
              <a:gd name="vf" fmla="val 115470"/>
            </a:avLst>
          </a:prstGeom>
          <a:solidFill>
            <a:srgbClr val="EA9999"/>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5" name="Google Shape;575;p18"/>
          <p:cNvSpPr/>
          <p:nvPr/>
        </p:nvSpPr>
        <p:spPr>
          <a:xfrm>
            <a:off x="2983823" y="1743697"/>
            <a:ext cx="206400" cy="178800"/>
          </a:xfrm>
          <a:prstGeom prst="hexagon">
            <a:avLst>
              <a:gd name="adj" fmla="val 25000"/>
              <a:gd name="vf" fmla="val 115470"/>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6" name="Google Shape;576;p18"/>
          <p:cNvSpPr/>
          <p:nvPr/>
        </p:nvSpPr>
        <p:spPr>
          <a:xfrm>
            <a:off x="523600" y="4006162"/>
            <a:ext cx="206400" cy="178800"/>
          </a:xfrm>
          <a:prstGeom prst="hexagon">
            <a:avLst>
              <a:gd name="adj" fmla="val 25000"/>
              <a:gd name="vf" fmla="val 115470"/>
            </a:avLst>
          </a:prstGeom>
          <a:solidFill>
            <a:srgbClr val="EA9999"/>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7" name="Google Shape;577;p18"/>
          <p:cNvSpPr/>
          <p:nvPr/>
        </p:nvSpPr>
        <p:spPr>
          <a:xfrm>
            <a:off x="1223313" y="278840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8" name="Google Shape;578;p18"/>
          <p:cNvSpPr/>
          <p:nvPr/>
        </p:nvSpPr>
        <p:spPr>
          <a:xfrm>
            <a:off x="1321775" y="2897312"/>
            <a:ext cx="206400" cy="178800"/>
          </a:xfrm>
          <a:prstGeom prst="hexagon">
            <a:avLst>
              <a:gd name="adj" fmla="val 25000"/>
              <a:gd name="vf" fmla="val 115470"/>
            </a:avLst>
          </a:prstGeom>
          <a:solidFill>
            <a:srgbClr val="EA9999"/>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9" name="Google Shape;579;p18"/>
          <p:cNvSpPr/>
          <p:nvPr/>
        </p:nvSpPr>
        <p:spPr>
          <a:xfrm>
            <a:off x="2657125" y="389710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0" name="Google Shape;580;p18"/>
          <p:cNvSpPr/>
          <p:nvPr/>
        </p:nvSpPr>
        <p:spPr>
          <a:xfrm>
            <a:off x="2752237" y="4006012"/>
            <a:ext cx="206400" cy="178800"/>
          </a:xfrm>
          <a:prstGeom prst="hexagon">
            <a:avLst>
              <a:gd name="adj" fmla="val 25000"/>
              <a:gd name="vf" fmla="val 115470"/>
            </a:avLst>
          </a:prstGeom>
          <a:solidFill>
            <a:srgbClr val="EA9999"/>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1" name="Google Shape;581;p18"/>
          <p:cNvSpPr/>
          <p:nvPr/>
        </p:nvSpPr>
        <p:spPr>
          <a:xfrm>
            <a:off x="4523823" y="2892947"/>
            <a:ext cx="206400" cy="178800"/>
          </a:xfrm>
          <a:prstGeom prst="hexagon">
            <a:avLst>
              <a:gd name="adj" fmla="val 25000"/>
              <a:gd name="vf" fmla="val 115470"/>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2" name="Google Shape;582;p18"/>
          <p:cNvSpPr/>
          <p:nvPr/>
        </p:nvSpPr>
        <p:spPr>
          <a:xfrm>
            <a:off x="5041513" y="389725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3" name="Google Shape;583;p18"/>
          <p:cNvSpPr/>
          <p:nvPr/>
        </p:nvSpPr>
        <p:spPr>
          <a:xfrm>
            <a:off x="5136623" y="4006147"/>
            <a:ext cx="206400" cy="178800"/>
          </a:xfrm>
          <a:prstGeom prst="hexagon">
            <a:avLst>
              <a:gd name="adj" fmla="val 25000"/>
              <a:gd name="vf" fmla="val 115470"/>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4" name="Google Shape;584;p18"/>
          <p:cNvSpPr/>
          <p:nvPr/>
        </p:nvSpPr>
        <p:spPr>
          <a:xfrm>
            <a:off x="5775763" y="1634788"/>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5" name="Google Shape;585;p18"/>
          <p:cNvSpPr/>
          <p:nvPr/>
        </p:nvSpPr>
        <p:spPr>
          <a:xfrm>
            <a:off x="5870873" y="1743684"/>
            <a:ext cx="206400" cy="178800"/>
          </a:xfrm>
          <a:prstGeom prst="hexagon">
            <a:avLst>
              <a:gd name="adj" fmla="val 25000"/>
              <a:gd name="vf" fmla="val 115470"/>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6" name="Google Shape;586;p18"/>
          <p:cNvSpPr/>
          <p:nvPr/>
        </p:nvSpPr>
        <p:spPr>
          <a:xfrm>
            <a:off x="7424367" y="2897289"/>
            <a:ext cx="206400" cy="178800"/>
          </a:xfrm>
          <a:prstGeom prst="hexagon">
            <a:avLst>
              <a:gd name="adj" fmla="val 25000"/>
              <a:gd name="vf" fmla="val 115470"/>
            </a:avLst>
          </a:prstGeom>
          <a:solidFill>
            <a:srgbClr val="A4C2F4"/>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7" name="Google Shape;587;p18"/>
          <p:cNvSpPr/>
          <p:nvPr/>
        </p:nvSpPr>
        <p:spPr>
          <a:xfrm>
            <a:off x="6813523" y="3543834"/>
            <a:ext cx="206400" cy="178800"/>
          </a:xfrm>
          <a:prstGeom prst="hexagon">
            <a:avLst>
              <a:gd name="adj" fmla="val 25000"/>
              <a:gd name="vf" fmla="val 115470"/>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19"/>
          <p:cNvSpPr txBox="1">
            <a:spLocks noGrp="1"/>
          </p:cNvSpPr>
          <p:nvPr>
            <p:ph type="title"/>
          </p:nvPr>
        </p:nvSpPr>
        <p:spPr>
          <a:xfrm>
            <a:off x="0" y="-17225"/>
            <a:ext cx="9020100" cy="69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000">
                <a:latin typeface="Lato Light"/>
                <a:ea typeface="Lato Light"/>
                <a:cs typeface="Lato Light"/>
                <a:sym typeface="Lato Light"/>
              </a:rPr>
              <a:t>And this is </a:t>
            </a:r>
            <a:r>
              <a:rPr lang="en" sz="2000" b="1">
                <a:latin typeface="Lato"/>
                <a:ea typeface="Lato"/>
                <a:cs typeface="Lato"/>
                <a:sym typeface="Lato"/>
              </a:rPr>
              <a:t>typically what we observe</a:t>
            </a:r>
            <a:r>
              <a:rPr lang="en" sz="2000">
                <a:latin typeface="Lato Light"/>
                <a:ea typeface="Lato Light"/>
                <a:cs typeface="Lato Light"/>
                <a:sym typeface="Lato Light"/>
              </a:rPr>
              <a:t>, because only a fraction of people are sampled</a:t>
            </a:r>
            <a:endParaRPr sz="2000">
              <a:latin typeface="Lato Light"/>
              <a:ea typeface="Lato Light"/>
              <a:cs typeface="Lato Light"/>
              <a:sym typeface="Lato Light"/>
            </a:endParaRPr>
          </a:p>
          <a:p>
            <a:pPr marL="0" lvl="0" indent="0" algn="l" rtl="0">
              <a:lnSpc>
                <a:spcPct val="100000"/>
              </a:lnSpc>
              <a:spcBef>
                <a:spcPts val="0"/>
              </a:spcBef>
              <a:spcAft>
                <a:spcPts val="0"/>
              </a:spcAft>
              <a:buSzPts val="990"/>
              <a:buNone/>
            </a:pPr>
            <a:endParaRPr sz="2000">
              <a:latin typeface="Lato Light"/>
              <a:ea typeface="Lato Light"/>
              <a:cs typeface="Lato Light"/>
              <a:sym typeface="Lato Light"/>
            </a:endParaRPr>
          </a:p>
          <a:p>
            <a:pPr marL="0" lvl="0" indent="0" algn="l" rtl="0">
              <a:lnSpc>
                <a:spcPct val="100000"/>
              </a:lnSpc>
              <a:spcBef>
                <a:spcPts val="0"/>
              </a:spcBef>
              <a:spcAft>
                <a:spcPts val="0"/>
              </a:spcAft>
              <a:buSzPts val="990"/>
              <a:buNone/>
            </a:pPr>
            <a:endParaRPr sz="2000">
              <a:latin typeface="Lato Light"/>
              <a:ea typeface="Lato Light"/>
              <a:cs typeface="Lato Light"/>
              <a:sym typeface="Lato Light"/>
            </a:endParaRPr>
          </a:p>
        </p:txBody>
      </p:sp>
      <p:sp>
        <p:nvSpPr>
          <p:cNvPr id="593" name="Google Shape;593;p19"/>
          <p:cNvSpPr/>
          <p:nvPr/>
        </p:nvSpPr>
        <p:spPr>
          <a:xfrm>
            <a:off x="425138" y="3897250"/>
            <a:ext cx="396600" cy="396600"/>
          </a:xfrm>
          <a:prstGeom prst="ellipse">
            <a:avLst/>
          </a:prstGeom>
          <a:no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4" name="Google Shape;594;p19"/>
          <p:cNvSpPr/>
          <p:nvPr/>
        </p:nvSpPr>
        <p:spPr>
          <a:xfrm>
            <a:off x="1914638" y="111020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p19"/>
          <p:cNvSpPr/>
          <p:nvPr/>
        </p:nvSpPr>
        <p:spPr>
          <a:xfrm>
            <a:off x="4428713" y="2784050"/>
            <a:ext cx="396600" cy="396600"/>
          </a:xfrm>
          <a:prstGeom prst="ellipse">
            <a:avLst/>
          </a:prstGeom>
          <a:no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96" name="Google Shape;596;p19"/>
          <p:cNvCxnSpPr/>
          <p:nvPr/>
        </p:nvCxnSpPr>
        <p:spPr>
          <a:xfrm>
            <a:off x="821738" y="4095550"/>
            <a:ext cx="1291500" cy="0"/>
          </a:xfrm>
          <a:prstGeom prst="straightConnector1">
            <a:avLst/>
          </a:prstGeom>
          <a:noFill/>
          <a:ln w="28575" cap="flat" cmpd="sng">
            <a:solidFill>
              <a:srgbClr val="434343"/>
            </a:solidFill>
            <a:prstDash val="solid"/>
            <a:round/>
            <a:headEnd type="none" w="sm" len="sm"/>
            <a:tailEnd type="none" w="sm" len="sm"/>
          </a:ln>
        </p:spPr>
      </p:cxnSp>
      <p:cxnSp>
        <p:nvCxnSpPr>
          <p:cNvPr id="597" name="Google Shape;597;p19"/>
          <p:cNvCxnSpPr/>
          <p:nvPr/>
        </p:nvCxnSpPr>
        <p:spPr>
          <a:xfrm>
            <a:off x="2113238" y="3993250"/>
            <a:ext cx="0" cy="204600"/>
          </a:xfrm>
          <a:prstGeom prst="straightConnector1">
            <a:avLst/>
          </a:prstGeom>
          <a:noFill/>
          <a:ln w="28575" cap="flat" cmpd="sng">
            <a:solidFill>
              <a:srgbClr val="434343"/>
            </a:solidFill>
            <a:prstDash val="solid"/>
            <a:round/>
            <a:headEnd type="none" w="sm" len="sm"/>
            <a:tailEnd type="none" w="sm" len="sm"/>
          </a:ln>
        </p:spPr>
      </p:cxnSp>
      <p:cxnSp>
        <p:nvCxnSpPr>
          <p:cNvPr id="598" name="Google Shape;598;p19"/>
          <p:cNvCxnSpPr/>
          <p:nvPr/>
        </p:nvCxnSpPr>
        <p:spPr>
          <a:xfrm>
            <a:off x="1619913" y="2985300"/>
            <a:ext cx="2099100" cy="0"/>
          </a:xfrm>
          <a:prstGeom prst="straightConnector1">
            <a:avLst/>
          </a:prstGeom>
          <a:noFill/>
          <a:ln w="28575" cap="flat" cmpd="sng">
            <a:solidFill>
              <a:srgbClr val="434343"/>
            </a:solidFill>
            <a:prstDash val="solid"/>
            <a:round/>
            <a:headEnd type="none" w="sm" len="sm"/>
            <a:tailEnd type="none" w="sm" len="sm"/>
          </a:ln>
        </p:spPr>
      </p:cxnSp>
      <p:cxnSp>
        <p:nvCxnSpPr>
          <p:cNvPr id="599" name="Google Shape;599;p19"/>
          <p:cNvCxnSpPr/>
          <p:nvPr/>
        </p:nvCxnSpPr>
        <p:spPr>
          <a:xfrm>
            <a:off x="3718988" y="2883000"/>
            <a:ext cx="0" cy="204600"/>
          </a:xfrm>
          <a:prstGeom prst="straightConnector1">
            <a:avLst/>
          </a:prstGeom>
          <a:noFill/>
          <a:ln w="28575" cap="flat" cmpd="sng">
            <a:solidFill>
              <a:srgbClr val="434343"/>
            </a:solidFill>
            <a:prstDash val="solid"/>
            <a:round/>
            <a:headEnd type="none" w="sm" len="sm"/>
            <a:tailEnd type="none" w="sm" len="sm"/>
          </a:ln>
        </p:spPr>
      </p:cxnSp>
      <p:cxnSp>
        <p:nvCxnSpPr>
          <p:cNvPr id="600" name="Google Shape;600;p19"/>
          <p:cNvCxnSpPr/>
          <p:nvPr/>
        </p:nvCxnSpPr>
        <p:spPr>
          <a:xfrm>
            <a:off x="3285313" y="1823500"/>
            <a:ext cx="1756200" cy="0"/>
          </a:xfrm>
          <a:prstGeom prst="straightConnector1">
            <a:avLst/>
          </a:prstGeom>
          <a:noFill/>
          <a:ln w="28575" cap="flat" cmpd="sng">
            <a:solidFill>
              <a:srgbClr val="434343"/>
            </a:solidFill>
            <a:prstDash val="solid"/>
            <a:round/>
            <a:headEnd type="none" w="sm" len="sm"/>
            <a:tailEnd type="none" w="sm" len="sm"/>
          </a:ln>
        </p:spPr>
      </p:cxnSp>
      <p:cxnSp>
        <p:nvCxnSpPr>
          <p:cNvPr id="601" name="Google Shape;601;p19"/>
          <p:cNvCxnSpPr/>
          <p:nvPr/>
        </p:nvCxnSpPr>
        <p:spPr>
          <a:xfrm>
            <a:off x="5041320" y="1721200"/>
            <a:ext cx="0" cy="204600"/>
          </a:xfrm>
          <a:prstGeom prst="straightConnector1">
            <a:avLst/>
          </a:prstGeom>
          <a:noFill/>
          <a:ln w="28575" cap="flat" cmpd="sng">
            <a:solidFill>
              <a:srgbClr val="434343"/>
            </a:solidFill>
            <a:prstDash val="solid"/>
            <a:round/>
            <a:headEnd type="none" w="sm" len="sm"/>
            <a:tailEnd type="none" w="sm" len="sm"/>
          </a:ln>
        </p:spPr>
      </p:cxnSp>
      <p:cxnSp>
        <p:nvCxnSpPr>
          <p:cNvPr id="602" name="Google Shape;602;p19"/>
          <p:cNvCxnSpPr/>
          <p:nvPr/>
        </p:nvCxnSpPr>
        <p:spPr>
          <a:xfrm>
            <a:off x="1421622" y="3183600"/>
            <a:ext cx="0" cy="917700"/>
          </a:xfrm>
          <a:prstGeom prst="straightConnector1">
            <a:avLst/>
          </a:prstGeom>
          <a:noFill/>
          <a:ln w="28575" cap="flat" cmpd="sng">
            <a:solidFill>
              <a:srgbClr val="434343"/>
            </a:solidFill>
            <a:prstDash val="solid"/>
            <a:round/>
            <a:headEnd type="none" w="sm" len="sm"/>
            <a:tailEnd type="none" w="sm" len="sm"/>
          </a:ln>
        </p:spPr>
      </p:cxnSp>
      <p:sp>
        <p:nvSpPr>
          <p:cNvPr id="603" name="Google Shape;603;p19"/>
          <p:cNvSpPr/>
          <p:nvPr/>
        </p:nvSpPr>
        <p:spPr>
          <a:xfrm>
            <a:off x="2888713" y="1625200"/>
            <a:ext cx="396600" cy="396600"/>
          </a:xfrm>
          <a:prstGeom prst="ellipse">
            <a:avLst/>
          </a:prstGeom>
          <a:no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04" name="Google Shape;604;p19"/>
          <p:cNvCxnSpPr/>
          <p:nvPr/>
        </p:nvCxnSpPr>
        <p:spPr>
          <a:xfrm flipH="1">
            <a:off x="2112638" y="1506800"/>
            <a:ext cx="600" cy="1467900"/>
          </a:xfrm>
          <a:prstGeom prst="straightConnector1">
            <a:avLst/>
          </a:prstGeom>
          <a:noFill/>
          <a:ln w="28575" cap="flat" cmpd="sng">
            <a:solidFill>
              <a:srgbClr val="434343"/>
            </a:solidFill>
            <a:prstDash val="solid"/>
            <a:round/>
            <a:headEnd type="none" w="sm" len="sm"/>
            <a:tailEnd type="none" w="sm" len="sm"/>
          </a:ln>
        </p:spPr>
      </p:cxnSp>
      <p:cxnSp>
        <p:nvCxnSpPr>
          <p:cNvPr id="605" name="Google Shape;605;p19"/>
          <p:cNvCxnSpPr/>
          <p:nvPr/>
        </p:nvCxnSpPr>
        <p:spPr>
          <a:xfrm>
            <a:off x="3087013" y="2027688"/>
            <a:ext cx="0" cy="957600"/>
          </a:xfrm>
          <a:prstGeom prst="straightConnector1">
            <a:avLst/>
          </a:prstGeom>
          <a:noFill/>
          <a:ln w="28575" cap="flat" cmpd="sng">
            <a:solidFill>
              <a:srgbClr val="434343"/>
            </a:solidFill>
            <a:prstDash val="solid"/>
            <a:round/>
            <a:headEnd type="none" w="sm" len="sm"/>
            <a:tailEnd type="none" w="sm" len="sm"/>
          </a:ln>
        </p:spPr>
      </p:cxnSp>
      <p:cxnSp>
        <p:nvCxnSpPr>
          <p:cNvPr id="606" name="Google Shape;606;p19"/>
          <p:cNvCxnSpPr/>
          <p:nvPr/>
        </p:nvCxnSpPr>
        <p:spPr>
          <a:xfrm>
            <a:off x="2311238" y="1308500"/>
            <a:ext cx="1807200" cy="0"/>
          </a:xfrm>
          <a:prstGeom prst="straightConnector1">
            <a:avLst/>
          </a:prstGeom>
          <a:noFill/>
          <a:ln w="28575" cap="flat" cmpd="sng">
            <a:solidFill>
              <a:srgbClr val="434343"/>
            </a:solidFill>
            <a:prstDash val="solid"/>
            <a:round/>
            <a:headEnd type="none" w="sm" len="sm"/>
            <a:tailEnd type="none" w="sm" len="sm"/>
          </a:ln>
        </p:spPr>
      </p:cxnSp>
      <p:cxnSp>
        <p:nvCxnSpPr>
          <p:cNvPr id="607" name="Google Shape;607;p19"/>
          <p:cNvCxnSpPr/>
          <p:nvPr/>
        </p:nvCxnSpPr>
        <p:spPr>
          <a:xfrm>
            <a:off x="4118315" y="1206200"/>
            <a:ext cx="0" cy="204600"/>
          </a:xfrm>
          <a:prstGeom prst="straightConnector1">
            <a:avLst/>
          </a:prstGeom>
          <a:noFill/>
          <a:ln w="28575" cap="flat" cmpd="sng">
            <a:solidFill>
              <a:srgbClr val="434343"/>
            </a:solidFill>
            <a:prstDash val="solid"/>
            <a:round/>
            <a:headEnd type="none" w="sm" len="sm"/>
            <a:tailEnd type="none" w="sm" len="sm"/>
          </a:ln>
        </p:spPr>
      </p:cxnSp>
      <p:cxnSp>
        <p:nvCxnSpPr>
          <p:cNvPr id="608" name="Google Shape;608;p19"/>
          <p:cNvCxnSpPr/>
          <p:nvPr/>
        </p:nvCxnSpPr>
        <p:spPr>
          <a:xfrm>
            <a:off x="4610263" y="1823488"/>
            <a:ext cx="0" cy="957600"/>
          </a:xfrm>
          <a:prstGeom prst="straightConnector1">
            <a:avLst/>
          </a:prstGeom>
          <a:noFill/>
          <a:ln w="28575" cap="flat" cmpd="sng">
            <a:solidFill>
              <a:srgbClr val="434343"/>
            </a:solidFill>
            <a:prstDash val="solid"/>
            <a:round/>
            <a:headEnd type="none" w="sm" len="sm"/>
            <a:tailEnd type="none" w="sm" len="sm"/>
          </a:ln>
        </p:spPr>
      </p:cxnSp>
      <p:cxnSp>
        <p:nvCxnSpPr>
          <p:cNvPr id="609" name="Google Shape;609;p19"/>
          <p:cNvCxnSpPr/>
          <p:nvPr/>
        </p:nvCxnSpPr>
        <p:spPr>
          <a:xfrm>
            <a:off x="4808563" y="2985300"/>
            <a:ext cx="1756200" cy="0"/>
          </a:xfrm>
          <a:prstGeom prst="straightConnector1">
            <a:avLst/>
          </a:prstGeom>
          <a:noFill/>
          <a:ln w="28575" cap="flat" cmpd="sng">
            <a:solidFill>
              <a:srgbClr val="434343"/>
            </a:solidFill>
            <a:prstDash val="solid"/>
            <a:round/>
            <a:headEnd type="none" w="sm" len="sm"/>
            <a:tailEnd type="none" w="sm" len="sm"/>
          </a:ln>
        </p:spPr>
      </p:cxnSp>
      <p:cxnSp>
        <p:nvCxnSpPr>
          <p:cNvPr id="610" name="Google Shape;610;p19"/>
          <p:cNvCxnSpPr/>
          <p:nvPr/>
        </p:nvCxnSpPr>
        <p:spPr>
          <a:xfrm>
            <a:off x="6564763" y="2883000"/>
            <a:ext cx="0" cy="204600"/>
          </a:xfrm>
          <a:prstGeom prst="straightConnector1">
            <a:avLst/>
          </a:prstGeom>
          <a:noFill/>
          <a:ln w="28575" cap="flat" cmpd="sng">
            <a:solidFill>
              <a:srgbClr val="434343"/>
            </a:solidFill>
            <a:prstDash val="solid"/>
            <a:round/>
            <a:headEnd type="none" w="sm" len="sm"/>
            <a:tailEnd type="none" w="sm" len="sm"/>
          </a:ln>
        </p:spPr>
      </p:cxnSp>
      <p:cxnSp>
        <p:nvCxnSpPr>
          <p:cNvPr id="611" name="Google Shape;611;p19"/>
          <p:cNvCxnSpPr/>
          <p:nvPr/>
        </p:nvCxnSpPr>
        <p:spPr>
          <a:xfrm>
            <a:off x="5239813" y="2990925"/>
            <a:ext cx="0" cy="929100"/>
          </a:xfrm>
          <a:prstGeom prst="straightConnector1">
            <a:avLst/>
          </a:prstGeom>
          <a:noFill/>
          <a:ln w="28575" cap="flat" cmpd="sng">
            <a:solidFill>
              <a:srgbClr val="434343"/>
            </a:solidFill>
            <a:prstDash val="solid"/>
            <a:round/>
            <a:headEnd type="none" w="sm" len="sm"/>
            <a:tailEnd type="none" w="sm" len="sm"/>
          </a:ln>
        </p:spPr>
      </p:cxnSp>
      <p:cxnSp>
        <p:nvCxnSpPr>
          <p:cNvPr id="612" name="Google Shape;612;p19"/>
          <p:cNvCxnSpPr/>
          <p:nvPr/>
        </p:nvCxnSpPr>
        <p:spPr>
          <a:xfrm>
            <a:off x="5438113" y="4095550"/>
            <a:ext cx="1240800" cy="0"/>
          </a:xfrm>
          <a:prstGeom prst="straightConnector1">
            <a:avLst/>
          </a:prstGeom>
          <a:noFill/>
          <a:ln w="28575" cap="flat" cmpd="sng">
            <a:solidFill>
              <a:srgbClr val="434343"/>
            </a:solidFill>
            <a:prstDash val="solid"/>
            <a:round/>
            <a:headEnd type="none" w="sm" len="sm"/>
            <a:tailEnd type="none" w="sm" len="sm"/>
          </a:ln>
        </p:spPr>
      </p:cxnSp>
      <p:cxnSp>
        <p:nvCxnSpPr>
          <p:cNvPr id="613" name="Google Shape;613;p19"/>
          <p:cNvCxnSpPr/>
          <p:nvPr/>
        </p:nvCxnSpPr>
        <p:spPr>
          <a:xfrm>
            <a:off x="6678938" y="3993250"/>
            <a:ext cx="0" cy="204600"/>
          </a:xfrm>
          <a:prstGeom prst="straightConnector1">
            <a:avLst/>
          </a:prstGeom>
          <a:noFill/>
          <a:ln w="28575" cap="flat" cmpd="sng">
            <a:solidFill>
              <a:srgbClr val="434343"/>
            </a:solidFill>
            <a:prstDash val="solid"/>
            <a:round/>
            <a:headEnd type="none" w="sm" len="sm"/>
            <a:tailEnd type="none" w="sm" len="sm"/>
          </a:ln>
        </p:spPr>
      </p:cxnSp>
      <p:cxnSp>
        <p:nvCxnSpPr>
          <p:cNvPr id="614" name="Google Shape;614;p19"/>
          <p:cNvCxnSpPr/>
          <p:nvPr/>
        </p:nvCxnSpPr>
        <p:spPr>
          <a:xfrm>
            <a:off x="2867638" y="2999300"/>
            <a:ext cx="0" cy="883800"/>
          </a:xfrm>
          <a:prstGeom prst="straightConnector1">
            <a:avLst/>
          </a:prstGeom>
          <a:noFill/>
          <a:ln w="28575" cap="flat" cmpd="sng">
            <a:solidFill>
              <a:srgbClr val="434343"/>
            </a:solidFill>
            <a:prstDash val="solid"/>
            <a:round/>
            <a:headEnd type="none" w="sm" len="sm"/>
            <a:tailEnd type="none" w="sm" len="sm"/>
          </a:ln>
        </p:spPr>
      </p:cxnSp>
      <p:cxnSp>
        <p:nvCxnSpPr>
          <p:cNvPr id="615" name="Google Shape;615;p19"/>
          <p:cNvCxnSpPr/>
          <p:nvPr/>
        </p:nvCxnSpPr>
        <p:spPr>
          <a:xfrm rot="10800000" flipH="1">
            <a:off x="3065925" y="4095250"/>
            <a:ext cx="524400" cy="600"/>
          </a:xfrm>
          <a:prstGeom prst="straightConnector1">
            <a:avLst/>
          </a:prstGeom>
          <a:noFill/>
          <a:ln w="28575" cap="flat" cmpd="sng">
            <a:solidFill>
              <a:srgbClr val="434343"/>
            </a:solidFill>
            <a:prstDash val="solid"/>
            <a:round/>
            <a:headEnd type="none" w="sm" len="sm"/>
            <a:tailEnd type="none" w="sm" len="sm"/>
          </a:ln>
        </p:spPr>
      </p:cxnSp>
      <p:cxnSp>
        <p:nvCxnSpPr>
          <p:cNvPr id="616" name="Google Shape;616;p19"/>
          <p:cNvCxnSpPr/>
          <p:nvPr/>
        </p:nvCxnSpPr>
        <p:spPr>
          <a:xfrm>
            <a:off x="3590325" y="3993250"/>
            <a:ext cx="0" cy="204600"/>
          </a:xfrm>
          <a:prstGeom prst="straightConnector1">
            <a:avLst/>
          </a:prstGeom>
          <a:noFill/>
          <a:ln w="28575" cap="flat" cmpd="sng">
            <a:solidFill>
              <a:srgbClr val="434343"/>
            </a:solidFill>
            <a:prstDash val="solid"/>
            <a:round/>
            <a:headEnd type="none" w="sm" len="sm"/>
            <a:tailEnd type="none" w="sm" len="sm"/>
          </a:ln>
        </p:spPr>
      </p:cxnSp>
      <p:cxnSp>
        <p:nvCxnSpPr>
          <p:cNvPr id="617" name="Google Shape;617;p19"/>
          <p:cNvCxnSpPr/>
          <p:nvPr/>
        </p:nvCxnSpPr>
        <p:spPr>
          <a:xfrm>
            <a:off x="6168063" y="1820550"/>
            <a:ext cx="1756200" cy="0"/>
          </a:xfrm>
          <a:prstGeom prst="straightConnector1">
            <a:avLst/>
          </a:prstGeom>
          <a:noFill/>
          <a:ln w="28575" cap="flat" cmpd="sng">
            <a:solidFill>
              <a:srgbClr val="434343"/>
            </a:solidFill>
            <a:prstDash val="solid"/>
            <a:round/>
            <a:headEnd type="none" w="sm" len="sm"/>
            <a:tailEnd type="none" w="sm" len="sm"/>
          </a:ln>
        </p:spPr>
      </p:cxnSp>
      <p:cxnSp>
        <p:nvCxnSpPr>
          <p:cNvPr id="618" name="Google Shape;618;p19"/>
          <p:cNvCxnSpPr/>
          <p:nvPr/>
        </p:nvCxnSpPr>
        <p:spPr>
          <a:xfrm>
            <a:off x="5969763" y="2024738"/>
            <a:ext cx="0" cy="957600"/>
          </a:xfrm>
          <a:prstGeom prst="straightConnector1">
            <a:avLst/>
          </a:prstGeom>
          <a:noFill/>
          <a:ln w="28575" cap="flat" cmpd="sng">
            <a:solidFill>
              <a:srgbClr val="434343"/>
            </a:solidFill>
            <a:prstDash val="solid"/>
            <a:round/>
            <a:headEnd type="none" w="sm" len="sm"/>
            <a:tailEnd type="none" w="sm" len="sm"/>
          </a:ln>
        </p:spPr>
      </p:cxnSp>
      <p:cxnSp>
        <p:nvCxnSpPr>
          <p:cNvPr id="619" name="Google Shape;619;p19"/>
          <p:cNvCxnSpPr/>
          <p:nvPr/>
        </p:nvCxnSpPr>
        <p:spPr>
          <a:xfrm>
            <a:off x="7924270" y="1718250"/>
            <a:ext cx="0" cy="204600"/>
          </a:xfrm>
          <a:prstGeom prst="straightConnector1">
            <a:avLst/>
          </a:prstGeom>
          <a:noFill/>
          <a:ln w="28575" cap="flat" cmpd="sng">
            <a:solidFill>
              <a:srgbClr val="434343"/>
            </a:solidFill>
            <a:prstDash val="solid"/>
            <a:round/>
            <a:headEnd type="none" w="sm" len="sm"/>
            <a:tailEnd type="none" w="sm" len="sm"/>
          </a:ln>
        </p:spPr>
      </p:cxnSp>
      <p:sp>
        <p:nvSpPr>
          <p:cNvPr id="620" name="Google Shape;620;p19"/>
          <p:cNvSpPr/>
          <p:nvPr/>
        </p:nvSpPr>
        <p:spPr>
          <a:xfrm>
            <a:off x="7329263" y="278405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21" name="Google Shape;621;p19"/>
          <p:cNvCxnSpPr/>
          <p:nvPr/>
        </p:nvCxnSpPr>
        <p:spPr>
          <a:xfrm>
            <a:off x="7527563" y="1820538"/>
            <a:ext cx="0" cy="957600"/>
          </a:xfrm>
          <a:prstGeom prst="straightConnector1">
            <a:avLst/>
          </a:prstGeom>
          <a:noFill/>
          <a:ln w="28575" cap="flat" cmpd="sng">
            <a:solidFill>
              <a:srgbClr val="434343"/>
            </a:solidFill>
            <a:prstDash val="solid"/>
            <a:round/>
            <a:headEnd type="none" w="sm" len="sm"/>
            <a:tailEnd type="none" w="sm" len="sm"/>
          </a:ln>
        </p:spPr>
      </p:cxnSp>
      <p:cxnSp>
        <p:nvCxnSpPr>
          <p:cNvPr id="622" name="Google Shape;622;p19"/>
          <p:cNvCxnSpPr/>
          <p:nvPr/>
        </p:nvCxnSpPr>
        <p:spPr>
          <a:xfrm>
            <a:off x="7725863" y="2982350"/>
            <a:ext cx="993000" cy="8700"/>
          </a:xfrm>
          <a:prstGeom prst="straightConnector1">
            <a:avLst/>
          </a:prstGeom>
          <a:noFill/>
          <a:ln w="28575" cap="flat" cmpd="sng">
            <a:solidFill>
              <a:srgbClr val="434343"/>
            </a:solidFill>
            <a:prstDash val="solid"/>
            <a:round/>
            <a:headEnd type="none" w="sm" len="sm"/>
            <a:tailEnd type="none" w="sm" len="sm"/>
          </a:ln>
        </p:spPr>
      </p:cxnSp>
      <p:cxnSp>
        <p:nvCxnSpPr>
          <p:cNvPr id="623" name="Google Shape;623;p19"/>
          <p:cNvCxnSpPr/>
          <p:nvPr/>
        </p:nvCxnSpPr>
        <p:spPr>
          <a:xfrm>
            <a:off x="8718870" y="2880050"/>
            <a:ext cx="0" cy="204600"/>
          </a:xfrm>
          <a:prstGeom prst="straightConnector1">
            <a:avLst/>
          </a:prstGeom>
          <a:noFill/>
          <a:ln w="28575" cap="flat" cmpd="sng">
            <a:solidFill>
              <a:srgbClr val="434343"/>
            </a:solidFill>
            <a:prstDash val="solid"/>
            <a:round/>
            <a:headEnd type="none" w="sm" len="sm"/>
            <a:tailEnd type="none" w="sm" len="sm"/>
          </a:ln>
        </p:spPr>
      </p:cxnSp>
      <p:sp>
        <p:nvSpPr>
          <p:cNvPr id="624" name="Google Shape;624;p19"/>
          <p:cNvSpPr/>
          <p:nvPr/>
        </p:nvSpPr>
        <p:spPr>
          <a:xfrm>
            <a:off x="6718413" y="3434925"/>
            <a:ext cx="396600" cy="396600"/>
          </a:xfrm>
          <a:prstGeom prst="ellipse">
            <a:avLst/>
          </a:prstGeom>
          <a:no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25" name="Google Shape;625;p19"/>
          <p:cNvCxnSpPr/>
          <p:nvPr/>
        </p:nvCxnSpPr>
        <p:spPr>
          <a:xfrm>
            <a:off x="6916713" y="1812675"/>
            <a:ext cx="0" cy="1616400"/>
          </a:xfrm>
          <a:prstGeom prst="straightConnector1">
            <a:avLst/>
          </a:prstGeom>
          <a:noFill/>
          <a:ln w="28575" cap="flat" cmpd="sng">
            <a:solidFill>
              <a:srgbClr val="434343"/>
            </a:solidFill>
            <a:prstDash val="solid"/>
            <a:round/>
            <a:headEnd type="none" w="sm" len="sm"/>
            <a:tailEnd type="none" w="sm" len="sm"/>
          </a:ln>
        </p:spPr>
      </p:cxnSp>
      <p:cxnSp>
        <p:nvCxnSpPr>
          <p:cNvPr id="626" name="Google Shape;626;p19"/>
          <p:cNvCxnSpPr/>
          <p:nvPr/>
        </p:nvCxnSpPr>
        <p:spPr>
          <a:xfrm>
            <a:off x="7115013" y="3633225"/>
            <a:ext cx="1399200" cy="0"/>
          </a:xfrm>
          <a:prstGeom prst="straightConnector1">
            <a:avLst/>
          </a:prstGeom>
          <a:noFill/>
          <a:ln w="28575" cap="flat" cmpd="sng">
            <a:solidFill>
              <a:srgbClr val="434343"/>
            </a:solidFill>
            <a:prstDash val="solid"/>
            <a:round/>
            <a:headEnd type="none" w="sm" len="sm"/>
            <a:tailEnd type="none" w="sm" len="sm"/>
          </a:ln>
        </p:spPr>
      </p:cxnSp>
      <p:cxnSp>
        <p:nvCxnSpPr>
          <p:cNvPr id="627" name="Google Shape;627;p19"/>
          <p:cNvCxnSpPr/>
          <p:nvPr/>
        </p:nvCxnSpPr>
        <p:spPr>
          <a:xfrm>
            <a:off x="8514220" y="3530925"/>
            <a:ext cx="0" cy="204600"/>
          </a:xfrm>
          <a:prstGeom prst="straightConnector1">
            <a:avLst/>
          </a:prstGeom>
          <a:noFill/>
          <a:ln w="28575" cap="flat" cmpd="sng">
            <a:solidFill>
              <a:srgbClr val="434343"/>
            </a:solidFill>
            <a:prstDash val="solid"/>
            <a:round/>
            <a:headEnd type="none" w="sm" len="sm"/>
            <a:tailEnd type="none" w="sm" len="sm"/>
          </a:ln>
        </p:spPr>
      </p:cxnSp>
      <p:sp>
        <p:nvSpPr>
          <p:cNvPr id="628" name="Google Shape;628;p19"/>
          <p:cNvSpPr/>
          <p:nvPr/>
        </p:nvSpPr>
        <p:spPr>
          <a:xfrm>
            <a:off x="2009750" y="1219112"/>
            <a:ext cx="206400" cy="178800"/>
          </a:xfrm>
          <a:prstGeom prst="hexagon">
            <a:avLst>
              <a:gd name="adj" fmla="val 25000"/>
              <a:gd name="vf" fmla="val 115470"/>
            </a:avLst>
          </a:prstGeom>
          <a:solidFill>
            <a:srgbClr val="EA9999"/>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9" name="Google Shape;629;p19"/>
          <p:cNvSpPr/>
          <p:nvPr/>
        </p:nvSpPr>
        <p:spPr>
          <a:xfrm>
            <a:off x="2983823" y="1743697"/>
            <a:ext cx="206400" cy="178800"/>
          </a:xfrm>
          <a:prstGeom prst="hexagon">
            <a:avLst>
              <a:gd name="adj" fmla="val 25000"/>
              <a:gd name="vf" fmla="val 115470"/>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0" name="Google Shape;630;p19"/>
          <p:cNvSpPr/>
          <p:nvPr/>
        </p:nvSpPr>
        <p:spPr>
          <a:xfrm>
            <a:off x="523600" y="4006162"/>
            <a:ext cx="206400" cy="178800"/>
          </a:xfrm>
          <a:prstGeom prst="hexagon">
            <a:avLst>
              <a:gd name="adj" fmla="val 25000"/>
              <a:gd name="vf" fmla="val 115470"/>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1" name="Google Shape;631;p19"/>
          <p:cNvSpPr/>
          <p:nvPr/>
        </p:nvSpPr>
        <p:spPr>
          <a:xfrm>
            <a:off x="1223313" y="2788400"/>
            <a:ext cx="396600" cy="396600"/>
          </a:xfrm>
          <a:prstGeom prst="ellipse">
            <a:avLst/>
          </a:prstGeom>
          <a:no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2" name="Google Shape;632;p19"/>
          <p:cNvSpPr/>
          <p:nvPr/>
        </p:nvSpPr>
        <p:spPr>
          <a:xfrm>
            <a:off x="1321775" y="2897312"/>
            <a:ext cx="206400" cy="178800"/>
          </a:xfrm>
          <a:prstGeom prst="hexagon">
            <a:avLst>
              <a:gd name="adj" fmla="val 25000"/>
              <a:gd name="vf" fmla="val 115470"/>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3" name="Google Shape;633;p19"/>
          <p:cNvSpPr/>
          <p:nvPr/>
        </p:nvSpPr>
        <p:spPr>
          <a:xfrm>
            <a:off x="2657125" y="3897100"/>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4" name="Google Shape;634;p19"/>
          <p:cNvSpPr/>
          <p:nvPr/>
        </p:nvSpPr>
        <p:spPr>
          <a:xfrm>
            <a:off x="2752237" y="4006012"/>
            <a:ext cx="206400" cy="178800"/>
          </a:xfrm>
          <a:prstGeom prst="hexagon">
            <a:avLst>
              <a:gd name="adj" fmla="val 25000"/>
              <a:gd name="vf" fmla="val 115470"/>
            </a:avLst>
          </a:prstGeom>
          <a:solidFill>
            <a:srgbClr val="EA9999"/>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5" name="Google Shape;635;p19"/>
          <p:cNvSpPr/>
          <p:nvPr/>
        </p:nvSpPr>
        <p:spPr>
          <a:xfrm>
            <a:off x="4523823" y="2892947"/>
            <a:ext cx="206400" cy="178800"/>
          </a:xfrm>
          <a:prstGeom prst="hexagon">
            <a:avLst>
              <a:gd name="adj" fmla="val 25000"/>
              <a:gd name="vf" fmla="val 115470"/>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6" name="Google Shape;636;p19"/>
          <p:cNvSpPr/>
          <p:nvPr/>
        </p:nvSpPr>
        <p:spPr>
          <a:xfrm>
            <a:off x="5041513" y="3897250"/>
            <a:ext cx="396600" cy="396600"/>
          </a:xfrm>
          <a:prstGeom prst="ellipse">
            <a:avLst/>
          </a:prstGeom>
          <a:no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7" name="Google Shape;637;p19"/>
          <p:cNvSpPr/>
          <p:nvPr/>
        </p:nvSpPr>
        <p:spPr>
          <a:xfrm>
            <a:off x="5136623" y="4006147"/>
            <a:ext cx="206400" cy="178800"/>
          </a:xfrm>
          <a:prstGeom prst="hexagon">
            <a:avLst>
              <a:gd name="adj" fmla="val 25000"/>
              <a:gd name="vf" fmla="val 115470"/>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8" name="Google Shape;638;p19"/>
          <p:cNvSpPr/>
          <p:nvPr/>
        </p:nvSpPr>
        <p:spPr>
          <a:xfrm>
            <a:off x="5775763" y="1634788"/>
            <a:ext cx="396600" cy="396600"/>
          </a:xfrm>
          <a:prstGeom prst="ellipse">
            <a:avLst/>
          </a:prstGeom>
          <a:solidFill>
            <a:srgbClr val="A2C4C9"/>
          </a:solidFill>
          <a:ln w="28575" cap="flat" cmpd="sng">
            <a:solidFill>
              <a:srgbClr val="45818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9" name="Google Shape;639;p19"/>
          <p:cNvSpPr/>
          <p:nvPr/>
        </p:nvSpPr>
        <p:spPr>
          <a:xfrm>
            <a:off x="5870873" y="1743684"/>
            <a:ext cx="206400" cy="178800"/>
          </a:xfrm>
          <a:prstGeom prst="hexagon">
            <a:avLst>
              <a:gd name="adj" fmla="val 25000"/>
              <a:gd name="vf" fmla="val 115470"/>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0" name="Google Shape;640;p19"/>
          <p:cNvSpPr/>
          <p:nvPr/>
        </p:nvSpPr>
        <p:spPr>
          <a:xfrm>
            <a:off x="7424367" y="2897289"/>
            <a:ext cx="206400" cy="178800"/>
          </a:xfrm>
          <a:prstGeom prst="hexagon">
            <a:avLst>
              <a:gd name="adj" fmla="val 25000"/>
              <a:gd name="vf" fmla="val 115470"/>
            </a:avLst>
          </a:prstGeom>
          <a:solidFill>
            <a:srgbClr val="A4C2F4"/>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1" name="Google Shape;641;p19"/>
          <p:cNvSpPr/>
          <p:nvPr/>
        </p:nvSpPr>
        <p:spPr>
          <a:xfrm>
            <a:off x="6813523" y="3543834"/>
            <a:ext cx="206400" cy="178800"/>
          </a:xfrm>
          <a:prstGeom prst="hexagon">
            <a:avLst>
              <a:gd name="adj" fmla="val 25000"/>
              <a:gd name="vf" fmla="val 115470"/>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20"/>
          <p:cNvSpPr txBox="1">
            <a:spLocks noGrp="1"/>
          </p:cNvSpPr>
          <p:nvPr>
            <p:ph type="title"/>
          </p:nvPr>
        </p:nvSpPr>
        <p:spPr>
          <a:xfrm>
            <a:off x="263850" y="1886250"/>
            <a:ext cx="8616300" cy="13710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44000"/>
              <a:buFont typeface="Arial"/>
              <a:buNone/>
            </a:pPr>
            <a:r>
              <a:rPr lang="en" sz="2500" b="1">
                <a:latin typeface="Lato"/>
                <a:ea typeface="Lato"/>
                <a:cs typeface="Lato"/>
                <a:sym typeface="Lato"/>
              </a:rPr>
              <a:t>Closely-linked </a:t>
            </a:r>
            <a:r>
              <a:rPr lang="en" sz="2500">
                <a:latin typeface="Lato"/>
                <a:ea typeface="Lato"/>
                <a:cs typeface="Lato"/>
                <a:sym typeface="Lato"/>
              </a:rPr>
              <a:t>cases have</a:t>
            </a:r>
            <a:r>
              <a:rPr lang="en" sz="2500" b="1">
                <a:latin typeface="Lato"/>
                <a:ea typeface="Lato"/>
                <a:cs typeface="Lato"/>
                <a:sym typeface="Lato"/>
              </a:rPr>
              <a:t> genetically similar </a:t>
            </a:r>
            <a:r>
              <a:rPr lang="en" sz="2500">
                <a:latin typeface="Lato"/>
                <a:ea typeface="Lato"/>
                <a:cs typeface="Lato"/>
                <a:sym typeface="Lato"/>
              </a:rPr>
              <a:t>infections. </a:t>
            </a:r>
            <a:endParaRPr sz="2500">
              <a:latin typeface="Lato"/>
              <a:ea typeface="Lato"/>
              <a:cs typeface="Lato"/>
              <a:sym typeface="Lato"/>
            </a:endParaRPr>
          </a:p>
          <a:p>
            <a:pPr marL="0" lvl="0" indent="0" algn="l" rtl="0">
              <a:lnSpc>
                <a:spcPct val="100000"/>
              </a:lnSpc>
              <a:spcBef>
                <a:spcPts val="0"/>
              </a:spcBef>
              <a:spcAft>
                <a:spcPts val="0"/>
              </a:spcAft>
              <a:buSzPct val="124443"/>
              <a:buNone/>
            </a:pPr>
            <a:endParaRPr sz="2500">
              <a:latin typeface="Lato"/>
              <a:ea typeface="Lato"/>
              <a:cs typeface="Lato"/>
              <a:sym typeface="Lato"/>
            </a:endParaRPr>
          </a:p>
          <a:p>
            <a:pPr marL="0" lvl="0" indent="0" algn="l" rtl="0">
              <a:lnSpc>
                <a:spcPct val="100000"/>
              </a:lnSpc>
              <a:spcBef>
                <a:spcPts val="0"/>
              </a:spcBef>
              <a:spcAft>
                <a:spcPts val="0"/>
              </a:spcAft>
              <a:buSzPct val="124443"/>
              <a:buNone/>
            </a:pPr>
            <a:r>
              <a:rPr lang="en" sz="2500" b="1">
                <a:latin typeface="Lato"/>
                <a:ea typeface="Lato"/>
                <a:cs typeface="Lato"/>
                <a:sym typeface="Lato"/>
              </a:rPr>
              <a:t>Distally-related </a:t>
            </a:r>
            <a:r>
              <a:rPr lang="en" sz="2500">
                <a:latin typeface="Lato"/>
                <a:ea typeface="Lato"/>
                <a:cs typeface="Lato"/>
                <a:sym typeface="Lato"/>
              </a:rPr>
              <a:t>cases have </a:t>
            </a:r>
            <a:r>
              <a:rPr lang="en" sz="2500" b="1">
                <a:latin typeface="Lato"/>
                <a:ea typeface="Lato"/>
                <a:cs typeface="Lato"/>
                <a:sym typeface="Lato"/>
              </a:rPr>
              <a:t>more genetically dissimilar </a:t>
            </a:r>
            <a:r>
              <a:rPr lang="en" sz="2500">
                <a:latin typeface="Lato"/>
                <a:ea typeface="Lato"/>
                <a:cs typeface="Lato"/>
                <a:sym typeface="Lato"/>
              </a:rPr>
              <a:t>infections.</a:t>
            </a:r>
            <a:endParaRPr sz="2500">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21"/>
          <p:cNvSpPr txBox="1">
            <a:spLocks noGrp="1"/>
          </p:cNvSpPr>
          <p:nvPr>
            <p:ph type="body" idx="4294967295"/>
          </p:nvPr>
        </p:nvSpPr>
        <p:spPr>
          <a:xfrm>
            <a:off x="755332" y="1503700"/>
            <a:ext cx="5884200" cy="2753400"/>
          </a:xfrm>
          <a:prstGeom prst="rect">
            <a:avLst/>
          </a:prstGeom>
          <a:noFill/>
          <a:ln>
            <a:noFill/>
          </a:ln>
        </p:spPr>
        <p:txBody>
          <a:bodyPr spcFirstLastPara="1" wrap="square" lIns="68575" tIns="34275" rIns="68575" bIns="34275" anchor="ctr" anchorCtr="0">
            <a:normAutofit/>
          </a:bodyPr>
          <a:lstStyle/>
          <a:p>
            <a:pPr marL="342900" lvl="0" indent="-342900" algn="l" rtl="0">
              <a:lnSpc>
                <a:spcPct val="90000"/>
              </a:lnSpc>
              <a:spcBef>
                <a:spcPts val="0"/>
              </a:spcBef>
              <a:spcAft>
                <a:spcPts val="0"/>
              </a:spcAft>
              <a:buClr>
                <a:schemeClr val="dk1"/>
              </a:buClr>
              <a:buSzPts val="2000"/>
              <a:buFont typeface="Lato"/>
              <a:buChar char="•"/>
            </a:pPr>
            <a:r>
              <a:rPr lang="en" sz="2000">
                <a:solidFill>
                  <a:schemeClr val="dk1"/>
                </a:solidFill>
                <a:latin typeface="Lato"/>
                <a:ea typeface="Lato"/>
                <a:cs typeface="Lato"/>
                <a:sym typeface="Lato"/>
              </a:rPr>
              <a:t>What is the pathogen?</a:t>
            </a:r>
            <a:endParaRPr>
              <a:solidFill>
                <a:schemeClr val="dk1"/>
              </a:solidFill>
              <a:latin typeface="Lato"/>
              <a:ea typeface="Lato"/>
              <a:cs typeface="Lato"/>
              <a:sym typeface="Lato"/>
            </a:endParaRPr>
          </a:p>
          <a:p>
            <a:pPr marL="342900" lvl="0" indent="-342900" algn="l" rtl="0">
              <a:lnSpc>
                <a:spcPct val="90000"/>
              </a:lnSpc>
              <a:spcBef>
                <a:spcPts val="1200"/>
              </a:spcBef>
              <a:spcAft>
                <a:spcPts val="0"/>
              </a:spcAft>
              <a:buClr>
                <a:schemeClr val="dk1"/>
              </a:buClr>
              <a:buSzPts val="2000"/>
              <a:buFont typeface="Lato"/>
              <a:buChar char="•"/>
            </a:pPr>
            <a:r>
              <a:rPr lang="en" sz="2000">
                <a:solidFill>
                  <a:schemeClr val="dk1"/>
                </a:solidFill>
                <a:latin typeface="Lato"/>
                <a:ea typeface="Lato"/>
                <a:cs typeface="Lato"/>
                <a:sym typeface="Lato"/>
              </a:rPr>
              <a:t>What is the reservoir?</a:t>
            </a:r>
            <a:endParaRPr>
              <a:solidFill>
                <a:schemeClr val="dk1"/>
              </a:solidFill>
              <a:latin typeface="Lato"/>
              <a:ea typeface="Lato"/>
              <a:cs typeface="Lato"/>
              <a:sym typeface="Lato"/>
            </a:endParaRPr>
          </a:p>
          <a:p>
            <a:pPr marL="342900" lvl="0" indent="-342900" algn="l" rtl="0">
              <a:lnSpc>
                <a:spcPct val="90000"/>
              </a:lnSpc>
              <a:spcBef>
                <a:spcPts val="1200"/>
              </a:spcBef>
              <a:spcAft>
                <a:spcPts val="0"/>
              </a:spcAft>
              <a:buClr>
                <a:schemeClr val="dk1"/>
              </a:buClr>
              <a:buSzPts val="2000"/>
              <a:buFont typeface="Lato"/>
              <a:buChar char="•"/>
            </a:pPr>
            <a:r>
              <a:rPr lang="en" sz="2000">
                <a:solidFill>
                  <a:schemeClr val="dk1"/>
                </a:solidFill>
                <a:latin typeface="Lato"/>
                <a:ea typeface="Lato"/>
                <a:cs typeface="Lato"/>
                <a:sym typeface="Lato"/>
              </a:rPr>
              <a:t>How many introductions from reservoir?</a:t>
            </a:r>
            <a:endParaRPr>
              <a:solidFill>
                <a:schemeClr val="dk1"/>
              </a:solidFill>
              <a:latin typeface="Lato"/>
              <a:ea typeface="Lato"/>
              <a:cs typeface="Lato"/>
              <a:sym typeface="Lato"/>
            </a:endParaRPr>
          </a:p>
        </p:txBody>
      </p:sp>
      <p:sp>
        <p:nvSpPr>
          <p:cNvPr id="652" name="Google Shape;652;p21"/>
          <p:cNvSpPr txBox="1"/>
          <p:nvPr/>
        </p:nvSpPr>
        <p:spPr>
          <a:xfrm>
            <a:off x="755332" y="1663685"/>
            <a:ext cx="8127900" cy="5619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 sz="2100" b="1" i="0" u="none" strike="noStrike" cap="none">
                <a:solidFill>
                  <a:srgbClr val="595959"/>
                </a:solidFill>
                <a:latin typeface="Lato"/>
                <a:ea typeface="Lato"/>
                <a:cs typeface="Lato"/>
                <a:sym typeface="Lato"/>
              </a:rPr>
              <a:t>1. Identify the origin of epidemics/zoonoses</a:t>
            </a:r>
            <a:endParaRPr sz="1100" b="0"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Lato"/>
              <a:ea typeface="Lato"/>
              <a:cs typeface="Lato"/>
              <a:sym typeface="Lato"/>
            </a:endParaRPr>
          </a:p>
        </p:txBody>
      </p:sp>
      <p:pic>
        <p:nvPicPr>
          <p:cNvPr id="653" name="Google Shape;653;p21"/>
          <p:cNvPicPr preferRelativeResize="0"/>
          <p:nvPr/>
        </p:nvPicPr>
        <p:blipFill rotWithShape="1">
          <a:blip r:embed="rId3">
            <a:alphaModFix/>
          </a:blip>
          <a:srcRect t="3375" b="3384"/>
          <a:stretch/>
        </p:blipFill>
        <p:spPr>
          <a:xfrm>
            <a:off x="6510656" y="2653031"/>
            <a:ext cx="2074049" cy="1871251"/>
          </a:xfrm>
          <a:prstGeom prst="rect">
            <a:avLst/>
          </a:prstGeom>
          <a:noFill/>
          <a:ln>
            <a:noFill/>
          </a:ln>
        </p:spPr>
      </p:pic>
      <p:pic>
        <p:nvPicPr>
          <p:cNvPr id="654" name="Google Shape;654;p21" descr="Picture 2"/>
          <p:cNvPicPr preferRelativeResize="0"/>
          <p:nvPr/>
        </p:nvPicPr>
        <p:blipFill rotWithShape="1">
          <a:blip r:embed="rId4">
            <a:alphaModFix/>
          </a:blip>
          <a:srcRect l="30506" t="6628" r="30621" b="8719"/>
          <a:stretch/>
        </p:blipFill>
        <p:spPr>
          <a:xfrm>
            <a:off x="7385257" y="2056110"/>
            <a:ext cx="324849" cy="505320"/>
          </a:xfrm>
          <a:prstGeom prst="rect">
            <a:avLst/>
          </a:prstGeom>
          <a:noFill/>
          <a:ln>
            <a:noFill/>
          </a:ln>
        </p:spPr>
      </p:pic>
      <p:pic>
        <p:nvPicPr>
          <p:cNvPr id="655" name="Google Shape;655;p21" descr="Picture 2"/>
          <p:cNvPicPr preferRelativeResize="0"/>
          <p:nvPr/>
        </p:nvPicPr>
        <p:blipFill rotWithShape="1">
          <a:blip r:embed="rId4">
            <a:alphaModFix/>
          </a:blip>
          <a:srcRect l="30506" t="6628" r="30621" b="8719"/>
          <a:stretch/>
        </p:blipFill>
        <p:spPr>
          <a:xfrm>
            <a:off x="6834277" y="2653035"/>
            <a:ext cx="233993" cy="363989"/>
          </a:xfrm>
          <a:prstGeom prst="rect">
            <a:avLst/>
          </a:prstGeom>
          <a:noFill/>
          <a:ln>
            <a:noFill/>
          </a:ln>
        </p:spPr>
      </p:pic>
      <p:pic>
        <p:nvPicPr>
          <p:cNvPr id="656" name="Google Shape;656;p21" descr="Picture 2"/>
          <p:cNvPicPr preferRelativeResize="0"/>
          <p:nvPr/>
        </p:nvPicPr>
        <p:blipFill rotWithShape="1">
          <a:blip r:embed="rId4">
            <a:alphaModFix/>
          </a:blip>
          <a:srcRect l="30506" t="6628" r="30621" b="8719"/>
          <a:stretch/>
        </p:blipFill>
        <p:spPr>
          <a:xfrm>
            <a:off x="8128552" y="2561433"/>
            <a:ext cx="233993" cy="363989"/>
          </a:xfrm>
          <a:prstGeom prst="rect">
            <a:avLst/>
          </a:prstGeom>
          <a:noFill/>
          <a:ln>
            <a:noFill/>
          </a:ln>
        </p:spPr>
      </p:pic>
      <p:sp>
        <p:nvSpPr>
          <p:cNvPr id="657" name="Google Shape;657;p21"/>
          <p:cNvSpPr txBox="1">
            <a:spLocks noGrp="1"/>
          </p:cNvSpPr>
          <p:nvPr>
            <p:ph type="title" idx="4294967295"/>
          </p:nvPr>
        </p:nvSpPr>
        <p:spPr>
          <a:xfrm>
            <a:off x="688657" y="228606"/>
            <a:ext cx="7823700" cy="6549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595959"/>
              </a:buClr>
              <a:buSzPts val="2700"/>
              <a:buFont typeface="Poppins"/>
              <a:buNone/>
            </a:pPr>
            <a:r>
              <a:rPr lang="en" b="1">
                <a:latin typeface="Lato"/>
                <a:ea typeface="Lato"/>
                <a:cs typeface="Lato"/>
                <a:sym typeface="Lato"/>
              </a:rPr>
              <a:t>Why use genomic epidemiology?</a:t>
            </a:r>
            <a:endParaRPr b="1">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22"/>
          <p:cNvSpPr txBox="1"/>
          <p:nvPr/>
        </p:nvSpPr>
        <p:spPr>
          <a:xfrm>
            <a:off x="755332" y="1247329"/>
            <a:ext cx="8127900" cy="3924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 sz="2100" b="1" i="0" u="none" strike="noStrike" cap="none">
                <a:solidFill>
                  <a:srgbClr val="595959"/>
                </a:solidFill>
                <a:latin typeface="Lato"/>
                <a:ea typeface="Lato"/>
                <a:cs typeface="Lato"/>
                <a:sym typeface="Lato"/>
              </a:rPr>
              <a:t>2. Understand transmission dynamics</a:t>
            </a:r>
            <a:endParaRPr sz="1100" b="0" i="0" u="none" strike="noStrike" cap="none">
              <a:solidFill>
                <a:srgbClr val="000000"/>
              </a:solidFill>
              <a:latin typeface="Lato"/>
              <a:ea typeface="Lato"/>
              <a:cs typeface="Lato"/>
              <a:sym typeface="Lato"/>
            </a:endParaRPr>
          </a:p>
        </p:txBody>
      </p:sp>
      <p:sp>
        <p:nvSpPr>
          <p:cNvPr id="663" name="Google Shape;663;p22"/>
          <p:cNvSpPr txBox="1">
            <a:spLocks noGrp="1"/>
          </p:cNvSpPr>
          <p:nvPr>
            <p:ph type="title" idx="4294967295"/>
          </p:nvPr>
        </p:nvSpPr>
        <p:spPr>
          <a:xfrm>
            <a:off x="688657" y="208093"/>
            <a:ext cx="7823700" cy="6549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595959"/>
              </a:buClr>
              <a:buSzPts val="2700"/>
              <a:buFont typeface="Poppins"/>
              <a:buNone/>
            </a:pPr>
            <a:r>
              <a:rPr lang="en" b="1">
                <a:latin typeface="Lato"/>
                <a:ea typeface="Lato"/>
                <a:cs typeface="Lato"/>
                <a:sym typeface="Lato"/>
              </a:rPr>
              <a:t>Why use genomic epidemiology?</a:t>
            </a:r>
            <a:endParaRPr b="1">
              <a:latin typeface="Lato"/>
              <a:ea typeface="Lato"/>
              <a:cs typeface="Lato"/>
              <a:sym typeface="Lato"/>
            </a:endParaRPr>
          </a:p>
        </p:txBody>
      </p:sp>
      <p:grpSp>
        <p:nvGrpSpPr>
          <p:cNvPr id="664" name="Google Shape;664;p22"/>
          <p:cNvGrpSpPr/>
          <p:nvPr/>
        </p:nvGrpSpPr>
        <p:grpSpPr>
          <a:xfrm>
            <a:off x="5217383" y="3753153"/>
            <a:ext cx="3665849" cy="984788"/>
            <a:chOff x="3334750" y="5154250"/>
            <a:chExt cx="4887799" cy="1313051"/>
          </a:xfrm>
        </p:grpSpPr>
        <p:pic>
          <p:nvPicPr>
            <p:cNvPr id="665" name="Google Shape;665;p22"/>
            <p:cNvPicPr preferRelativeResize="0"/>
            <p:nvPr/>
          </p:nvPicPr>
          <p:blipFill rotWithShape="1">
            <a:blip r:embed="rId3">
              <a:alphaModFix/>
            </a:blip>
            <a:srcRect t="29967" b="10757"/>
            <a:stretch/>
          </p:blipFill>
          <p:spPr>
            <a:xfrm>
              <a:off x="3334750" y="5154250"/>
              <a:ext cx="4887799" cy="1313051"/>
            </a:xfrm>
            <a:prstGeom prst="rect">
              <a:avLst/>
            </a:prstGeom>
            <a:noFill/>
            <a:ln>
              <a:noFill/>
            </a:ln>
          </p:spPr>
        </p:pic>
        <p:sp>
          <p:nvSpPr>
            <p:cNvPr id="666" name="Google Shape;666;p22"/>
            <p:cNvSpPr/>
            <p:nvPr/>
          </p:nvSpPr>
          <p:spPr>
            <a:xfrm>
              <a:off x="4123400" y="5154250"/>
              <a:ext cx="458100" cy="523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grpSp>
      <p:sp>
        <p:nvSpPr>
          <p:cNvPr id="667" name="Google Shape;667;p22"/>
          <p:cNvSpPr txBox="1"/>
          <p:nvPr/>
        </p:nvSpPr>
        <p:spPr>
          <a:xfrm>
            <a:off x="755332" y="1470666"/>
            <a:ext cx="7633500" cy="2425500"/>
          </a:xfrm>
          <a:prstGeom prst="rect">
            <a:avLst/>
          </a:prstGeom>
          <a:noFill/>
          <a:ln>
            <a:noFill/>
          </a:ln>
        </p:spPr>
        <p:txBody>
          <a:bodyPr spcFirstLastPara="1" wrap="square" lIns="68575" tIns="34275" rIns="68575" bIns="34275" anchor="ctr" anchorCtr="0">
            <a:normAutofit/>
          </a:bodyPr>
          <a:lstStyle/>
          <a:p>
            <a:pPr marL="127000" marR="0" lvl="0" indent="-88900" algn="l" rtl="0">
              <a:lnSpc>
                <a:spcPct val="81000"/>
              </a:lnSpc>
              <a:spcBef>
                <a:spcPts val="0"/>
              </a:spcBef>
              <a:spcAft>
                <a:spcPts val="0"/>
              </a:spcAft>
              <a:buClr>
                <a:srgbClr val="595959"/>
              </a:buClr>
              <a:buSzPts val="600"/>
              <a:buFont typeface="Arial"/>
              <a:buNone/>
            </a:pPr>
            <a:endParaRPr sz="600" b="1" i="0" u="none" strike="noStrike" cap="none">
              <a:solidFill>
                <a:schemeClr val="dk1"/>
              </a:solidFill>
              <a:latin typeface="Lato"/>
              <a:ea typeface="Lato"/>
              <a:cs typeface="Lato"/>
              <a:sym typeface="Lato"/>
            </a:endParaRPr>
          </a:p>
          <a:p>
            <a:pPr marL="342900" marR="0" lvl="0" indent="-342900" algn="l" rtl="0">
              <a:lnSpc>
                <a:spcPct val="81000"/>
              </a:lnSpc>
              <a:spcBef>
                <a:spcPts val="1200"/>
              </a:spcBef>
              <a:spcAft>
                <a:spcPts val="0"/>
              </a:spcAft>
              <a:buClr>
                <a:schemeClr val="dk1"/>
              </a:buClr>
              <a:buSzPts val="2000"/>
              <a:buFont typeface="Lato"/>
              <a:buChar char="•"/>
            </a:pPr>
            <a:r>
              <a:rPr lang="en" sz="2000" b="0" i="0" u="none" strike="noStrike" cap="none">
                <a:solidFill>
                  <a:schemeClr val="dk1"/>
                </a:solidFill>
                <a:latin typeface="Lato"/>
                <a:ea typeface="Lato"/>
                <a:cs typeface="Lato"/>
                <a:sym typeface="Lato"/>
              </a:rPr>
              <a:t>Are cases linked to one another?</a:t>
            </a:r>
            <a:endParaRPr sz="1100" b="0" i="0" u="none" strike="noStrike" cap="none">
              <a:solidFill>
                <a:schemeClr val="dk1"/>
              </a:solidFill>
              <a:latin typeface="Lato"/>
              <a:ea typeface="Lato"/>
              <a:cs typeface="Lato"/>
              <a:sym typeface="Lato"/>
            </a:endParaRPr>
          </a:p>
          <a:p>
            <a:pPr marL="342900" marR="0" lvl="0" indent="-342900" algn="l" rtl="0">
              <a:lnSpc>
                <a:spcPct val="81000"/>
              </a:lnSpc>
              <a:spcBef>
                <a:spcPts val="1200"/>
              </a:spcBef>
              <a:spcAft>
                <a:spcPts val="0"/>
              </a:spcAft>
              <a:buClr>
                <a:schemeClr val="dk1"/>
              </a:buClr>
              <a:buSzPts val="2000"/>
              <a:buFont typeface="Lato"/>
              <a:buChar char="•"/>
            </a:pPr>
            <a:r>
              <a:rPr lang="en" sz="2000" b="0" i="0" u="none" strike="noStrike" cap="none">
                <a:solidFill>
                  <a:schemeClr val="dk1"/>
                </a:solidFill>
                <a:latin typeface="Lato"/>
                <a:ea typeface="Lato"/>
                <a:cs typeface="Lato"/>
                <a:sym typeface="Lato"/>
              </a:rPr>
              <a:t>Is there evidence for human-to-human transmission?</a:t>
            </a:r>
            <a:endParaRPr sz="1100" b="0" i="0" u="none" strike="noStrike" cap="none">
              <a:solidFill>
                <a:schemeClr val="dk1"/>
              </a:solidFill>
              <a:latin typeface="Lato"/>
              <a:ea typeface="Lato"/>
              <a:cs typeface="Lato"/>
              <a:sym typeface="Lato"/>
            </a:endParaRPr>
          </a:p>
          <a:p>
            <a:pPr marL="342900" marR="0" lvl="0" indent="-342900" algn="l" rtl="0">
              <a:lnSpc>
                <a:spcPct val="81000"/>
              </a:lnSpc>
              <a:spcBef>
                <a:spcPts val="1200"/>
              </a:spcBef>
              <a:spcAft>
                <a:spcPts val="0"/>
              </a:spcAft>
              <a:buClr>
                <a:schemeClr val="dk1"/>
              </a:buClr>
              <a:buSzPts val="2000"/>
              <a:buFont typeface="Lato"/>
              <a:buChar char="•"/>
            </a:pPr>
            <a:r>
              <a:rPr lang="en" sz="2000" b="0" i="0" u="none" strike="noStrike" cap="none">
                <a:solidFill>
                  <a:schemeClr val="dk1"/>
                </a:solidFill>
                <a:latin typeface="Lato"/>
                <a:ea typeface="Lato"/>
                <a:cs typeface="Lato"/>
                <a:sym typeface="Lato"/>
              </a:rPr>
              <a:t>When did the pathogen enter the population of interest?</a:t>
            </a:r>
            <a:endParaRPr sz="1100" b="0" i="0" u="none" strike="noStrike" cap="none">
              <a:solidFill>
                <a:schemeClr val="dk1"/>
              </a:solidFill>
              <a:latin typeface="Lato"/>
              <a:ea typeface="Lato"/>
              <a:cs typeface="Lato"/>
              <a:sym typeface="Lato"/>
            </a:endParaRPr>
          </a:p>
          <a:p>
            <a:pPr marL="342900" marR="0" lvl="0" indent="-342900" algn="l" rtl="0">
              <a:lnSpc>
                <a:spcPct val="81000"/>
              </a:lnSpc>
              <a:spcBef>
                <a:spcPts val="1200"/>
              </a:spcBef>
              <a:spcAft>
                <a:spcPts val="0"/>
              </a:spcAft>
              <a:buClr>
                <a:schemeClr val="dk1"/>
              </a:buClr>
              <a:buSzPts val="2000"/>
              <a:buFont typeface="Lato"/>
              <a:buChar char="•"/>
            </a:pPr>
            <a:r>
              <a:rPr lang="en" sz="2000" b="0" i="0" u="none" strike="noStrike" cap="none">
                <a:solidFill>
                  <a:schemeClr val="dk1"/>
                </a:solidFill>
                <a:latin typeface="Lato"/>
                <a:ea typeface="Lato"/>
                <a:cs typeface="Lato"/>
                <a:sym typeface="Lato"/>
              </a:rPr>
              <a:t>From where was it introduced?</a:t>
            </a:r>
            <a:endParaRPr sz="1100" b="0" i="0" u="none" strike="noStrike" cap="none">
              <a:solidFill>
                <a:schemeClr val="dk1"/>
              </a:solidFill>
              <a:latin typeface="Lato"/>
              <a:ea typeface="Lato"/>
              <a:cs typeface="Lato"/>
              <a:sym typeface="Lato"/>
            </a:endParaRPr>
          </a:p>
          <a:p>
            <a:pPr marL="342900" marR="0" lvl="0" indent="-342900" algn="l" rtl="0">
              <a:lnSpc>
                <a:spcPct val="81000"/>
              </a:lnSpc>
              <a:spcBef>
                <a:spcPts val="1200"/>
              </a:spcBef>
              <a:spcAft>
                <a:spcPts val="0"/>
              </a:spcAft>
              <a:buClr>
                <a:schemeClr val="dk1"/>
              </a:buClr>
              <a:buSzPts val="2000"/>
              <a:buFont typeface="Lato"/>
              <a:buChar char="•"/>
            </a:pPr>
            <a:r>
              <a:rPr lang="en" sz="2000" b="0" i="0" u="none" strike="noStrike" cap="none">
                <a:solidFill>
                  <a:schemeClr val="dk1"/>
                </a:solidFill>
                <a:latin typeface="Lato"/>
                <a:ea typeface="Lato"/>
                <a:cs typeface="Lato"/>
                <a:sym typeface="Lato"/>
              </a:rPr>
              <a:t>How is the pathogen evolving as it spreads?</a:t>
            </a:r>
            <a:endParaRPr sz="1100" b="0" i="0" u="none" strike="noStrike" cap="none">
              <a:solidFill>
                <a:schemeClr val="dk1"/>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pic>
        <p:nvPicPr>
          <p:cNvPr id="672" name="Google Shape;672;p23"/>
          <p:cNvPicPr preferRelativeResize="0"/>
          <p:nvPr/>
        </p:nvPicPr>
        <p:blipFill rotWithShape="1">
          <a:blip r:embed="rId3">
            <a:alphaModFix/>
          </a:blip>
          <a:srcRect/>
          <a:stretch/>
        </p:blipFill>
        <p:spPr>
          <a:xfrm>
            <a:off x="796650" y="1389788"/>
            <a:ext cx="2414849" cy="1149075"/>
          </a:xfrm>
          <a:prstGeom prst="rect">
            <a:avLst/>
          </a:prstGeom>
          <a:noFill/>
          <a:ln>
            <a:noFill/>
          </a:ln>
        </p:spPr>
      </p:pic>
      <p:sp>
        <p:nvSpPr>
          <p:cNvPr id="673" name="Google Shape;673;p23"/>
          <p:cNvSpPr txBox="1"/>
          <p:nvPr/>
        </p:nvSpPr>
        <p:spPr>
          <a:xfrm>
            <a:off x="5305888" y="768588"/>
            <a:ext cx="3039000" cy="2979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00000"/>
              </a:buClr>
              <a:buSzPts val="1800"/>
              <a:buFont typeface="Arial"/>
              <a:buNone/>
            </a:pPr>
            <a:r>
              <a:rPr lang="en" sz="1800" b="1" i="0" u="none" strike="noStrike" cap="none">
                <a:solidFill>
                  <a:srgbClr val="000000"/>
                </a:solidFill>
                <a:latin typeface="Lato"/>
                <a:ea typeface="Lato"/>
                <a:cs typeface="Lato"/>
                <a:sym typeface="Lato"/>
              </a:rPr>
              <a:t>Outbreak Investigations</a:t>
            </a:r>
            <a:endParaRPr sz="1800" b="1" i="0" u="none" strike="noStrike" cap="none">
              <a:solidFill>
                <a:srgbClr val="000000"/>
              </a:solidFill>
              <a:latin typeface="Lato"/>
              <a:ea typeface="Lato"/>
              <a:cs typeface="Lato"/>
              <a:sym typeface="Lato"/>
            </a:endParaRPr>
          </a:p>
        </p:txBody>
      </p:sp>
      <p:sp>
        <p:nvSpPr>
          <p:cNvPr id="674" name="Google Shape;674;p23"/>
          <p:cNvSpPr txBox="1"/>
          <p:nvPr/>
        </p:nvSpPr>
        <p:spPr>
          <a:xfrm>
            <a:off x="458700" y="768600"/>
            <a:ext cx="3522600" cy="2652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00000"/>
              </a:buClr>
              <a:buSzPts val="1800"/>
              <a:buFont typeface="Arial"/>
              <a:buNone/>
            </a:pPr>
            <a:r>
              <a:rPr lang="en" sz="1800" b="1" i="0" u="none" strike="noStrike" cap="none">
                <a:solidFill>
                  <a:srgbClr val="000000"/>
                </a:solidFill>
                <a:latin typeface="Lato"/>
                <a:ea typeface="Lato"/>
                <a:cs typeface="Lato"/>
                <a:sym typeface="Lato"/>
              </a:rPr>
              <a:t>Indicator-based Surveillance</a:t>
            </a:r>
            <a:endParaRPr sz="1800" b="1" i="0" u="none" strike="noStrike" cap="none">
              <a:solidFill>
                <a:srgbClr val="000000"/>
              </a:solidFill>
              <a:latin typeface="Lato"/>
              <a:ea typeface="Lato"/>
              <a:cs typeface="Lato"/>
              <a:sym typeface="Lato"/>
            </a:endParaRPr>
          </a:p>
        </p:txBody>
      </p:sp>
      <p:pic>
        <p:nvPicPr>
          <p:cNvPr id="675" name="Google Shape;675;p23"/>
          <p:cNvPicPr preferRelativeResize="0"/>
          <p:nvPr/>
        </p:nvPicPr>
        <p:blipFill rotWithShape="1">
          <a:blip r:embed="rId4">
            <a:alphaModFix/>
          </a:blip>
          <a:srcRect/>
          <a:stretch/>
        </p:blipFill>
        <p:spPr>
          <a:xfrm rot="10800000">
            <a:off x="6017275" y="1513625"/>
            <a:ext cx="1616250" cy="1025250"/>
          </a:xfrm>
          <a:prstGeom prst="rect">
            <a:avLst/>
          </a:prstGeom>
          <a:noFill/>
          <a:ln>
            <a:noFill/>
          </a:ln>
        </p:spPr>
      </p:pic>
      <p:sp>
        <p:nvSpPr>
          <p:cNvPr id="676" name="Google Shape;676;p23"/>
          <p:cNvSpPr txBox="1">
            <a:spLocks noGrp="1"/>
          </p:cNvSpPr>
          <p:nvPr>
            <p:ph type="title" idx="4294967295"/>
          </p:nvPr>
        </p:nvSpPr>
        <p:spPr>
          <a:xfrm>
            <a:off x="0" y="2835900"/>
            <a:ext cx="4440000" cy="1539000"/>
          </a:xfrm>
          <a:prstGeom prst="rect">
            <a:avLst/>
          </a:prstGeom>
          <a:noFill/>
          <a:ln>
            <a:noFill/>
          </a:ln>
        </p:spPr>
        <p:txBody>
          <a:bodyPr spcFirstLastPara="1" wrap="square" lIns="91425" tIns="91425" rIns="91425" bIns="91425" anchor="t" anchorCtr="0">
            <a:normAutofit/>
          </a:bodyPr>
          <a:lstStyle/>
          <a:p>
            <a:pPr marL="457200" lvl="0" indent="-342900" algn="l" rtl="0">
              <a:lnSpc>
                <a:spcPct val="100000"/>
              </a:lnSpc>
              <a:spcBef>
                <a:spcPts val="0"/>
              </a:spcBef>
              <a:spcAft>
                <a:spcPts val="0"/>
              </a:spcAft>
              <a:buSzPts val="1800"/>
              <a:buFont typeface="Lato Light"/>
              <a:buChar char="●"/>
            </a:pPr>
            <a:r>
              <a:rPr lang="en" sz="1800">
                <a:latin typeface="Lato Light"/>
                <a:ea typeface="Lato Light"/>
                <a:cs typeface="Lato Light"/>
                <a:sym typeface="Lato Light"/>
              </a:rPr>
              <a:t>What variants are circulating in my community?</a:t>
            </a:r>
            <a:endParaRPr sz="1800">
              <a:latin typeface="Lato Light"/>
              <a:ea typeface="Lato Light"/>
              <a:cs typeface="Lato Light"/>
              <a:sym typeface="Lato Light"/>
            </a:endParaRPr>
          </a:p>
          <a:p>
            <a:pPr marL="457200" lvl="0" indent="-342900" algn="l" rtl="0">
              <a:lnSpc>
                <a:spcPct val="100000"/>
              </a:lnSpc>
              <a:spcBef>
                <a:spcPts val="0"/>
              </a:spcBef>
              <a:spcAft>
                <a:spcPts val="0"/>
              </a:spcAft>
              <a:buSzPts val="1800"/>
              <a:buFont typeface="Lato Light"/>
              <a:buChar char="●"/>
            </a:pPr>
            <a:r>
              <a:rPr lang="en" sz="1800">
                <a:latin typeface="Lato Light"/>
                <a:ea typeface="Lato Light"/>
                <a:cs typeface="Lato Light"/>
                <a:sym typeface="Lato Light"/>
              </a:rPr>
              <a:t>How are variant frequencies changing?</a:t>
            </a:r>
            <a:endParaRPr sz="1800">
              <a:latin typeface="Lato Light"/>
              <a:ea typeface="Lato Light"/>
              <a:cs typeface="Lato Light"/>
              <a:sym typeface="Lato Light"/>
            </a:endParaRPr>
          </a:p>
        </p:txBody>
      </p:sp>
      <p:sp>
        <p:nvSpPr>
          <p:cNvPr id="677" name="Google Shape;677;p23"/>
          <p:cNvSpPr txBox="1">
            <a:spLocks noGrp="1"/>
          </p:cNvSpPr>
          <p:nvPr>
            <p:ph type="title" idx="4294967295"/>
          </p:nvPr>
        </p:nvSpPr>
        <p:spPr>
          <a:xfrm>
            <a:off x="5031525" y="2835900"/>
            <a:ext cx="4440000" cy="1539000"/>
          </a:xfrm>
          <a:prstGeom prst="rect">
            <a:avLst/>
          </a:prstGeom>
          <a:noFill/>
          <a:ln>
            <a:noFill/>
          </a:ln>
        </p:spPr>
        <p:txBody>
          <a:bodyPr spcFirstLastPara="1" wrap="square" lIns="91425" tIns="91425" rIns="91425" bIns="91425" anchor="t" anchorCtr="0">
            <a:normAutofit/>
          </a:bodyPr>
          <a:lstStyle/>
          <a:p>
            <a:pPr marL="457200" lvl="0" indent="-342900" algn="l" rtl="0">
              <a:lnSpc>
                <a:spcPct val="100000"/>
              </a:lnSpc>
              <a:spcBef>
                <a:spcPts val="0"/>
              </a:spcBef>
              <a:spcAft>
                <a:spcPts val="0"/>
              </a:spcAft>
              <a:buSzPts val="1800"/>
              <a:buFont typeface="Lato Light"/>
              <a:buChar char="●"/>
            </a:pPr>
            <a:r>
              <a:rPr lang="en" sz="1800">
                <a:latin typeface="Lato Light"/>
                <a:ea typeface="Lato Light"/>
                <a:cs typeface="Lato Light"/>
                <a:sym typeface="Lato Light"/>
              </a:rPr>
              <a:t>Are these cases linked?</a:t>
            </a:r>
            <a:endParaRPr sz="1800">
              <a:latin typeface="Lato Light"/>
              <a:ea typeface="Lato Light"/>
              <a:cs typeface="Lato Light"/>
              <a:sym typeface="Lato Light"/>
            </a:endParaRPr>
          </a:p>
          <a:p>
            <a:pPr marL="457200" lvl="0" indent="-342900" algn="l" rtl="0">
              <a:lnSpc>
                <a:spcPct val="100000"/>
              </a:lnSpc>
              <a:spcBef>
                <a:spcPts val="0"/>
              </a:spcBef>
              <a:spcAft>
                <a:spcPts val="0"/>
              </a:spcAft>
              <a:buSzPts val="1800"/>
              <a:buFont typeface="Lato Light"/>
              <a:buChar char="●"/>
            </a:pPr>
            <a:r>
              <a:rPr lang="en" sz="1800">
                <a:latin typeface="Lato Light"/>
                <a:ea typeface="Lato Light"/>
                <a:cs typeface="Lato Light"/>
                <a:sym typeface="Lato Light"/>
              </a:rPr>
              <a:t>Where is transmission occurring?</a:t>
            </a:r>
            <a:endParaRPr sz="1800">
              <a:latin typeface="Lato Light"/>
              <a:ea typeface="Lato Light"/>
              <a:cs typeface="Lato Light"/>
              <a:sym typeface="Lato Light"/>
            </a:endParaRPr>
          </a:p>
          <a:p>
            <a:pPr marL="457200" lvl="0" indent="-342900" algn="l" rtl="0">
              <a:lnSpc>
                <a:spcPct val="100000"/>
              </a:lnSpc>
              <a:spcBef>
                <a:spcPts val="0"/>
              </a:spcBef>
              <a:spcAft>
                <a:spcPts val="0"/>
              </a:spcAft>
              <a:buSzPts val="1800"/>
              <a:buFont typeface="Lato Light"/>
              <a:buChar char="●"/>
            </a:pPr>
            <a:r>
              <a:rPr lang="en" sz="1800">
                <a:latin typeface="Lato Light"/>
                <a:ea typeface="Lato Light"/>
                <a:cs typeface="Lato Light"/>
                <a:sym typeface="Lato Light"/>
              </a:rPr>
              <a:t>Are my interventions working?</a:t>
            </a:r>
            <a:endParaRPr sz="1800">
              <a:latin typeface="Lato Light"/>
              <a:ea typeface="Lato Light"/>
              <a:cs typeface="Lato Light"/>
              <a:sym typeface="Lato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24"/>
          <p:cNvSpPr txBox="1">
            <a:spLocks noGrp="1"/>
          </p:cNvSpPr>
          <p:nvPr>
            <p:ph type="title" idx="4294967295"/>
          </p:nvPr>
        </p:nvSpPr>
        <p:spPr>
          <a:xfrm>
            <a:off x="0" y="0"/>
            <a:ext cx="8768700" cy="69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2000">
                <a:latin typeface="Lato Light"/>
                <a:ea typeface="Lato Light"/>
                <a:cs typeface="Lato Light"/>
                <a:sym typeface="Lato Light"/>
              </a:rPr>
              <a:t>We can use genomic data and phylogenetic analyses to describe many aspects of transmission</a:t>
            </a:r>
            <a:endParaRPr sz="2000">
              <a:latin typeface="Lato Light"/>
              <a:ea typeface="Lato Light"/>
              <a:cs typeface="Lato Light"/>
              <a:sym typeface="Lato Light"/>
            </a:endParaRPr>
          </a:p>
        </p:txBody>
      </p:sp>
      <p:pic>
        <p:nvPicPr>
          <p:cNvPr id="683" name="Google Shape;683;p24"/>
          <p:cNvPicPr preferRelativeResize="0"/>
          <p:nvPr/>
        </p:nvPicPr>
        <p:blipFill rotWithShape="1">
          <a:blip r:embed="rId3">
            <a:alphaModFix/>
          </a:blip>
          <a:srcRect/>
          <a:stretch/>
        </p:blipFill>
        <p:spPr>
          <a:xfrm>
            <a:off x="3190110" y="1635775"/>
            <a:ext cx="2519901" cy="2519901"/>
          </a:xfrm>
          <a:prstGeom prst="rect">
            <a:avLst/>
          </a:prstGeom>
          <a:noFill/>
          <a:ln>
            <a:noFill/>
          </a:ln>
        </p:spPr>
      </p:pic>
      <p:pic>
        <p:nvPicPr>
          <p:cNvPr id="684" name="Google Shape;684;p24"/>
          <p:cNvPicPr preferRelativeResize="0"/>
          <p:nvPr/>
        </p:nvPicPr>
        <p:blipFill rotWithShape="1">
          <a:blip r:embed="rId4">
            <a:alphaModFix/>
          </a:blip>
          <a:srcRect/>
          <a:stretch/>
        </p:blipFill>
        <p:spPr>
          <a:xfrm>
            <a:off x="6314513" y="1635775"/>
            <a:ext cx="2519900" cy="2519900"/>
          </a:xfrm>
          <a:prstGeom prst="rect">
            <a:avLst/>
          </a:prstGeom>
          <a:noFill/>
          <a:ln>
            <a:noFill/>
          </a:ln>
        </p:spPr>
      </p:pic>
      <p:pic>
        <p:nvPicPr>
          <p:cNvPr id="685" name="Google Shape;685;p24"/>
          <p:cNvPicPr preferRelativeResize="0"/>
          <p:nvPr/>
        </p:nvPicPr>
        <p:blipFill rotWithShape="1">
          <a:blip r:embed="rId5">
            <a:alphaModFix/>
          </a:blip>
          <a:srcRect/>
          <a:stretch/>
        </p:blipFill>
        <p:spPr>
          <a:xfrm>
            <a:off x="309588" y="1635775"/>
            <a:ext cx="2519899" cy="2519899"/>
          </a:xfrm>
          <a:prstGeom prst="rect">
            <a:avLst/>
          </a:prstGeom>
          <a:noFill/>
          <a:ln>
            <a:noFill/>
          </a:ln>
        </p:spPr>
      </p:pic>
      <p:sp>
        <p:nvSpPr>
          <p:cNvPr id="686" name="Google Shape;686;p24"/>
          <p:cNvSpPr txBox="1">
            <a:spLocks noGrp="1"/>
          </p:cNvSpPr>
          <p:nvPr>
            <p:ph type="title" idx="4294967295"/>
          </p:nvPr>
        </p:nvSpPr>
        <p:spPr>
          <a:xfrm>
            <a:off x="12" y="1256675"/>
            <a:ext cx="2829600" cy="29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1200">
                <a:latin typeface="Lato"/>
                <a:ea typeface="Lato"/>
                <a:cs typeface="Lato"/>
                <a:sym typeface="Lato"/>
              </a:rPr>
              <a:t>Introductions and onward transmission</a:t>
            </a:r>
            <a:endParaRPr sz="1200">
              <a:latin typeface="Lato"/>
              <a:ea typeface="Lato"/>
              <a:cs typeface="Lato"/>
              <a:sym typeface="Lato"/>
            </a:endParaRPr>
          </a:p>
          <a:p>
            <a:pPr marL="0" lvl="0" indent="0" algn="l" rtl="0">
              <a:lnSpc>
                <a:spcPct val="100000"/>
              </a:lnSpc>
              <a:spcBef>
                <a:spcPts val="0"/>
              </a:spcBef>
              <a:spcAft>
                <a:spcPts val="0"/>
              </a:spcAft>
              <a:buSzPts val="990"/>
              <a:buNone/>
            </a:pPr>
            <a:endParaRPr sz="1200">
              <a:latin typeface="Lato Light"/>
              <a:ea typeface="Lato Light"/>
              <a:cs typeface="Lato Light"/>
              <a:sym typeface="Lato Light"/>
            </a:endParaRPr>
          </a:p>
          <a:p>
            <a:pPr marL="0" lvl="0" indent="0" algn="l" rtl="0">
              <a:lnSpc>
                <a:spcPct val="100000"/>
              </a:lnSpc>
              <a:spcBef>
                <a:spcPts val="0"/>
              </a:spcBef>
              <a:spcAft>
                <a:spcPts val="0"/>
              </a:spcAft>
              <a:buSzPts val="990"/>
              <a:buNone/>
            </a:pPr>
            <a:endParaRPr sz="1200">
              <a:latin typeface="Lato Light"/>
              <a:ea typeface="Lato Light"/>
              <a:cs typeface="Lato Light"/>
              <a:sym typeface="Lato Light"/>
            </a:endParaRPr>
          </a:p>
        </p:txBody>
      </p:sp>
      <p:sp>
        <p:nvSpPr>
          <p:cNvPr id="687" name="Google Shape;687;p24"/>
          <p:cNvSpPr txBox="1">
            <a:spLocks noGrp="1"/>
          </p:cNvSpPr>
          <p:nvPr>
            <p:ph type="title" idx="4294967295"/>
          </p:nvPr>
        </p:nvSpPr>
        <p:spPr>
          <a:xfrm>
            <a:off x="2932800" y="1256675"/>
            <a:ext cx="3034500" cy="29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1200">
                <a:latin typeface="Lato"/>
                <a:ea typeface="Lato"/>
                <a:cs typeface="Lato"/>
                <a:sym typeface="Lato"/>
              </a:rPr>
              <a:t>Spatial patterns and source-sink dynamics</a:t>
            </a:r>
            <a:endParaRPr sz="1200">
              <a:latin typeface="Lato"/>
              <a:ea typeface="Lato"/>
              <a:cs typeface="Lato"/>
              <a:sym typeface="Lato"/>
            </a:endParaRPr>
          </a:p>
          <a:p>
            <a:pPr marL="0" lvl="0" indent="0" algn="l" rtl="0">
              <a:lnSpc>
                <a:spcPct val="100000"/>
              </a:lnSpc>
              <a:spcBef>
                <a:spcPts val="0"/>
              </a:spcBef>
              <a:spcAft>
                <a:spcPts val="0"/>
              </a:spcAft>
              <a:buSzPts val="990"/>
              <a:buNone/>
            </a:pPr>
            <a:endParaRPr sz="1200">
              <a:latin typeface="Lato Light"/>
              <a:ea typeface="Lato Light"/>
              <a:cs typeface="Lato Light"/>
              <a:sym typeface="Lato Light"/>
            </a:endParaRPr>
          </a:p>
          <a:p>
            <a:pPr marL="0" lvl="0" indent="0" algn="l" rtl="0">
              <a:lnSpc>
                <a:spcPct val="100000"/>
              </a:lnSpc>
              <a:spcBef>
                <a:spcPts val="0"/>
              </a:spcBef>
              <a:spcAft>
                <a:spcPts val="0"/>
              </a:spcAft>
              <a:buSzPts val="990"/>
              <a:buNone/>
            </a:pPr>
            <a:endParaRPr sz="1200">
              <a:latin typeface="Lato Light"/>
              <a:ea typeface="Lato Light"/>
              <a:cs typeface="Lato Light"/>
              <a:sym typeface="Lato Light"/>
            </a:endParaRPr>
          </a:p>
        </p:txBody>
      </p:sp>
      <p:sp>
        <p:nvSpPr>
          <p:cNvPr id="688" name="Google Shape;688;p24"/>
          <p:cNvSpPr txBox="1">
            <a:spLocks noGrp="1"/>
          </p:cNvSpPr>
          <p:nvPr>
            <p:ph type="title" idx="4294967295"/>
          </p:nvPr>
        </p:nvSpPr>
        <p:spPr>
          <a:xfrm>
            <a:off x="6402513" y="1256675"/>
            <a:ext cx="2343900" cy="29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1200">
                <a:latin typeface="Lato"/>
                <a:ea typeface="Lato"/>
                <a:cs typeface="Lato"/>
                <a:sym typeface="Lato"/>
              </a:rPr>
              <a:t>Emergence of adaptive variants</a:t>
            </a:r>
            <a:endParaRPr sz="1200">
              <a:latin typeface="Lato"/>
              <a:ea typeface="Lato"/>
              <a:cs typeface="Lato"/>
              <a:sym typeface="Lato"/>
            </a:endParaRPr>
          </a:p>
          <a:p>
            <a:pPr marL="0" lvl="0" indent="0" algn="l" rtl="0">
              <a:lnSpc>
                <a:spcPct val="100000"/>
              </a:lnSpc>
              <a:spcBef>
                <a:spcPts val="0"/>
              </a:spcBef>
              <a:spcAft>
                <a:spcPts val="0"/>
              </a:spcAft>
              <a:buSzPts val="990"/>
              <a:buNone/>
            </a:pPr>
            <a:endParaRPr sz="1200">
              <a:latin typeface="Lato Light"/>
              <a:ea typeface="Lato Light"/>
              <a:cs typeface="Lato Light"/>
              <a:sym typeface="Lato Light"/>
            </a:endParaRPr>
          </a:p>
          <a:p>
            <a:pPr marL="0" lvl="0" indent="0" algn="l" rtl="0">
              <a:lnSpc>
                <a:spcPct val="100000"/>
              </a:lnSpc>
              <a:spcBef>
                <a:spcPts val="0"/>
              </a:spcBef>
              <a:spcAft>
                <a:spcPts val="0"/>
              </a:spcAft>
              <a:buSzPts val="990"/>
              <a:buNone/>
            </a:pPr>
            <a:endParaRPr sz="1200">
              <a:latin typeface="Lato Light"/>
              <a:ea typeface="Lato Light"/>
              <a:cs typeface="Lato Light"/>
              <a:sym typeface="Lato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155CC"/>
        </a:solidFill>
        <a:effectLst/>
      </p:bgPr>
    </p:bg>
    <p:spTree>
      <p:nvGrpSpPr>
        <p:cNvPr id="1" name="Shape 692"/>
        <p:cNvGrpSpPr/>
        <p:nvPr/>
      </p:nvGrpSpPr>
      <p:grpSpPr>
        <a:xfrm>
          <a:off x="0" y="0"/>
          <a:ext cx="0" cy="0"/>
          <a:chOff x="0" y="0"/>
          <a:chExt cx="0" cy="0"/>
        </a:xfrm>
      </p:grpSpPr>
      <p:sp>
        <p:nvSpPr>
          <p:cNvPr id="693" name="Google Shape;693;p25"/>
          <p:cNvSpPr txBox="1">
            <a:spLocks noGrp="1"/>
          </p:cNvSpPr>
          <p:nvPr>
            <p:ph type="title"/>
          </p:nvPr>
        </p:nvSpPr>
        <p:spPr>
          <a:xfrm>
            <a:off x="27300" y="2042850"/>
            <a:ext cx="9089400" cy="10578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b="1">
                <a:solidFill>
                  <a:schemeClr val="lt1"/>
                </a:solidFill>
                <a:latin typeface="Lato"/>
                <a:ea typeface="Lato"/>
                <a:cs typeface="Lato"/>
                <a:sym typeface="Lato"/>
              </a:rPr>
              <a:t>Application</a:t>
            </a:r>
            <a:r>
              <a:rPr lang="en">
                <a:solidFill>
                  <a:schemeClr val="lt1"/>
                </a:solidFill>
                <a:latin typeface="Lato"/>
                <a:ea typeface="Lato"/>
                <a:cs typeface="Lato"/>
                <a:sym typeface="Lato"/>
              </a:rPr>
              <a:t> - </a:t>
            </a:r>
            <a:r>
              <a:rPr lang="en" i="1">
                <a:solidFill>
                  <a:schemeClr val="lt1"/>
                </a:solidFill>
                <a:latin typeface="Lato"/>
                <a:ea typeface="Lato"/>
                <a:cs typeface="Lato"/>
                <a:sym typeface="Lato"/>
              </a:rPr>
              <a:t>Describing patterns of introduction and spread.</a:t>
            </a:r>
            <a:endParaRPr i="1">
              <a:solidFill>
                <a:schemeClr val="lt1"/>
              </a:solidFill>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pic>
        <p:nvPicPr>
          <p:cNvPr id="698" name="Google Shape;698;p26" descr="82,348 Fire spark Stock Photos | Free &amp;amp; Royalty-free Fire spark Images |  Depositphotos"/>
          <p:cNvPicPr preferRelativeResize="0"/>
          <p:nvPr/>
        </p:nvPicPr>
        <p:blipFill rotWithShape="1">
          <a:blip r:embed="rId3">
            <a:alphaModFix/>
          </a:blip>
          <a:srcRect/>
          <a:stretch/>
        </p:blipFill>
        <p:spPr>
          <a:xfrm>
            <a:off x="0" y="0"/>
            <a:ext cx="9144000" cy="6096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pic>
        <p:nvPicPr>
          <p:cNvPr id="703" name="Google Shape;703;p27" descr="82,348 Fire spark Stock Photos | Free &amp;amp; Royalty-free Fire spark Images |  Depositphotos"/>
          <p:cNvPicPr preferRelativeResize="0"/>
          <p:nvPr/>
        </p:nvPicPr>
        <p:blipFill rotWithShape="1">
          <a:blip r:embed="rId3">
            <a:alphaModFix/>
          </a:blip>
          <a:srcRect/>
          <a:stretch/>
        </p:blipFill>
        <p:spPr>
          <a:xfrm>
            <a:off x="0" y="0"/>
            <a:ext cx="9144000" cy="6096000"/>
          </a:xfrm>
          <a:prstGeom prst="rect">
            <a:avLst/>
          </a:prstGeom>
          <a:noFill/>
          <a:ln>
            <a:noFill/>
          </a:ln>
        </p:spPr>
      </p:pic>
      <p:sp>
        <p:nvSpPr>
          <p:cNvPr id="704" name="Google Shape;704;p27"/>
          <p:cNvSpPr txBox="1">
            <a:spLocks noGrp="1"/>
          </p:cNvSpPr>
          <p:nvPr>
            <p:ph type="title"/>
          </p:nvPr>
        </p:nvSpPr>
        <p:spPr>
          <a:xfrm>
            <a:off x="402000" y="310025"/>
            <a:ext cx="8742000" cy="1213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3100" b="1">
                <a:solidFill>
                  <a:schemeClr val="lt1"/>
                </a:solidFill>
                <a:latin typeface="Lato"/>
                <a:ea typeface="Lato"/>
                <a:cs typeface="Lato"/>
                <a:sym typeface="Lato"/>
              </a:rPr>
              <a:t>Phylogenies can help us visualize the sparks/introductions and the burn/spread.</a:t>
            </a:r>
            <a:endParaRPr sz="3100" b="1">
              <a:solidFill>
                <a:schemeClr val="lt1"/>
              </a:solidFill>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Shape 708"/>
        <p:cNvGrpSpPr/>
        <p:nvPr/>
      </p:nvGrpSpPr>
      <p:grpSpPr>
        <a:xfrm>
          <a:off x="0" y="0"/>
          <a:ext cx="0" cy="0"/>
          <a:chOff x="0" y="0"/>
          <a:chExt cx="0" cy="0"/>
        </a:xfrm>
      </p:grpSpPr>
      <p:pic>
        <p:nvPicPr>
          <p:cNvPr id="709" name="Google Shape;709;p28"/>
          <p:cNvPicPr preferRelativeResize="0"/>
          <p:nvPr/>
        </p:nvPicPr>
        <p:blipFill rotWithShape="1">
          <a:blip r:embed="rId3">
            <a:alphaModFix/>
          </a:blip>
          <a:srcRect t="14011" b="7753"/>
          <a:stretch/>
        </p:blipFill>
        <p:spPr>
          <a:xfrm>
            <a:off x="1018850" y="722875"/>
            <a:ext cx="3757773" cy="4410726"/>
          </a:xfrm>
          <a:prstGeom prst="rect">
            <a:avLst/>
          </a:prstGeom>
          <a:noFill/>
          <a:ln>
            <a:noFill/>
          </a:ln>
        </p:spPr>
      </p:pic>
      <p:pic>
        <p:nvPicPr>
          <p:cNvPr id="710" name="Google Shape;710;p28"/>
          <p:cNvPicPr preferRelativeResize="0"/>
          <p:nvPr/>
        </p:nvPicPr>
        <p:blipFill rotWithShape="1">
          <a:blip r:embed="rId4">
            <a:alphaModFix/>
          </a:blip>
          <a:srcRect/>
          <a:stretch/>
        </p:blipFill>
        <p:spPr>
          <a:xfrm>
            <a:off x="4650725" y="803225"/>
            <a:ext cx="2278575" cy="4250025"/>
          </a:xfrm>
          <a:prstGeom prst="rect">
            <a:avLst/>
          </a:prstGeom>
          <a:noFill/>
          <a:ln>
            <a:noFill/>
          </a:ln>
        </p:spPr>
      </p:pic>
      <p:sp>
        <p:nvSpPr>
          <p:cNvPr id="711" name="Google Shape;711;p28"/>
          <p:cNvSpPr txBox="1">
            <a:spLocks noGrp="1"/>
          </p:cNvSpPr>
          <p:nvPr>
            <p:ph type="title" idx="4294967295"/>
          </p:nvPr>
        </p:nvSpPr>
        <p:spPr>
          <a:xfrm>
            <a:off x="0" y="0"/>
            <a:ext cx="9144000" cy="12135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000">
                <a:latin typeface="Lato Light"/>
                <a:ea typeface="Lato Light"/>
                <a:cs typeface="Lato Light"/>
                <a:sym typeface="Lato Light"/>
              </a:rPr>
              <a:t>Example: separating the tree into its distinct transmission chains.</a:t>
            </a:r>
            <a:endParaRPr sz="2000" b="1">
              <a:latin typeface="Lato"/>
              <a:ea typeface="Lato"/>
              <a:cs typeface="Lato"/>
              <a:sym typeface="Lato"/>
            </a:endParaRPr>
          </a:p>
        </p:txBody>
      </p:sp>
      <p:sp>
        <p:nvSpPr>
          <p:cNvPr id="712" name="Google Shape;712;p28"/>
          <p:cNvSpPr txBox="1">
            <a:spLocks noGrp="1"/>
          </p:cNvSpPr>
          <p:nvPr>
            <p:ph type="title" idx="4294967295"/>
          </p:nvPr>
        </p:nvSpPr>
        <p:spPr>
          <a:xfrm>
            <a:off x="6929300" y="4628450"/>
            <a:ext cx="2214600" cy="424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78571"/>
              <a:buFont typeface="Arial"/>
              <a:buNone/>
            </a:pPr>
            <a:r>
              <a:rPr lang="en" sz="1400">
                <a:solidFill>
                  <a:srgbClr val="FF0000"/>
                </a:solidFill>
                <a:latin typeface="Lato Light"/>
                <a:ea typeface="Lato Light"/>
                <a:cs typeface="Lato Light"/>
                <a:sym typeface="Lato Light"/>
              </a:rPr>
              <a:t>Stoddard, Black et al, 2022</a:t>
            </a:r>
            <a:endParaRPr sz="1400">
              <a:solidFill>
                <a:srgbClr val="FF0000"/>
              </a:solidFill>
              <a:latin typeface="Lato Light"/>
              <a:ea typeface="Lato Light"/>
              <a:cs typeface="Lato Light"/>
              <a:sym typeface="Lato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pic>
        <p:nvPicPr>
          <p:cNvPr id="717" name="Google Shape;717;p29" descr="Diagram&#10;&#10;Description automatically generated"/>
          <p:cNvPicPr preferRelativeResize="0"/>
          <p:nvPr/>
        </p:nvPicPr>
        <p:blipFill rotWithShape="1">
          <a:blip r:embed="rId3">
            <a:alphaModFix/>
          </a:blip>
          <a:srcRect/>
          <a:stretch/>
        </p:blipFill>
        <p:spPr>
          <a:xfrm>
            <a:off x="4572001" y="218300"/>
            <a:ext cx="4478024" cy="4557773"/>
          </a:xfrm>
          <a:prstGeom prst="rect">
            <a:avLst/>
          </a:prstGeom>
          <a:noFill/>
          <a:ln>
            <a:noFill/>
          </a:ln>
        </p:spPr>
      </p:pic>
      <p:sp>
        <p:nvSpPr>
          <p:cNvPr id="718" name="Google Shape;718;p29"/>
          <p:cNvSpPr txBox="1">
            <a:spLocks noGrp="1"/>
          </p:cNvSpPr>
          <p:nvPr>
            <p:ph type="title" idx="4294967295"/>
          </p:nvPr>
        </p:nvSpPr>
        <p:spPr>
          <a:xfrm>
            <a:off x="4" y="6"/>
            <a:ext cx="4689000" cy="548700"/>
          </a:xfrm>
          <a:prstGeom prst="rect">
            <a:avLst/>
          </a:prstGeom>
          <a:noFill/>
          <a:ln>
            <a:noFill/>
          </a:ln>
        </p:spPr>
        <p:txBody>
          <a:bodyPr spcFirstLastPara="1" wrap="square" lIns="34275" tIns="34275" rIns="34275" bIns="34275" anchor="t" anchorCtr="0">
            <a:noAutofit/>
          </a:bodyPr>
          <a:lstStyle/>
          <a:p>
            <a:pPr marL="0" lvl="0" indent="0" algn="l" rtl="0">
              <a:lnSpc>
                <a:spcPct val="116666"/>
              </a:lnSpc>
              <a:spcBef>
                <a:spcPts val="0"/>
              </a:spcBef>
              <a:spcAft>
                <a:spcPts val="0"/>
              </a:spcAft>
              <a:buClr>
                <a:srgbClr val="000000"/>
              </a:buClr>
              <a:buSzPts val="2070"/>
              <a:buFont typeface="Arial"/>
              <a:buNone/>
            </a:pPr>
            <a:r>
              <a:rPr lang="en" sz="2020"/>
              <a:t>Genomic Epidemiology of a Yellow fever Outbreak in Nigeria</a:t>
            </a:r>
            <a:endParaRPr sz="2020"/>
          </a:p>
        </p:txBody>
      </p:sp>
      <p:sp>
        <p:nvSpPr>
          <p:cNvPr id="719" name="Google Shape;719;p29"/>
          <p:cNvSpPr txBox="1">
            <a:spLocks noGrp="1"/>
          </p:cNvSpPr>
          <p:nvPr>
            <p:ph type="body" idx="4294967295"/>
          </p:nvPr>
        </p:nvSpPr>
        <p:spPr>
          <a:xfrm>
            <a:off x="4401976" y="4874092"/>
            <a:ext cx="4071600" cy="269400"/>
          </a:xfrm>
          <a:prstGeom prst="rect">
            <a:avLst/>
          </a:prstGeom>
          <a:noFill/>
          <a:ln>
            <a:noFill/>
          </a:ln>
        </p:spPr>
        <p:txBody>
          <a:bodyPr spcFirstLastPara="1" wrap="square" lIns="34275" tIns="34275" rIns="34275" bIns="34275" anchor="t" anchorCtr="0">
            <a:spAutoFit/>
          </a:bodyPr>
          <a:lstStyle/>
          <a:p>
            <a:pPr marL="139700" lvl="0" indent="-114300" algn="l" rtl="0">
              <a:lnSpc>
                <a:spcPct val="110000"/>
              </a:lnSpc>
              <a:spcBef>
                <a:spcPts val="1300"/>
              </a:spcBef>
              <a:spcAft>
                <a:spcPts val="0"/>
              </a:spcAft>
              <a:buClr>
                <a:srgbClr val="FF0000"/>
              </a:buClr>
              <a:buSzPts val="600"/>
              <a:buFont typeface="Arial"/>
              <a:buChar char="•"/>
            </a:pPr>
            <a:r>
              <a:rPr lang="en" sz="1300">
                <a:solidFill>
                  <a:srgbClr val="FF0000"/>
                </a:solidFill>
              </a:rPr>
              <a:t>Ajogbasile </a:t>
            </a:r>
            <a:r>
              <a:rPr lang="en" sz="1300" i="1">
                <a:solidFill>
                  <a:srgbClr val="FF0000"/>
                </a:solidFill>
              </a:rPr>
              <a:t>et al</a:t>
            </a:r>
            <a:r>
              <a:rPr lang="en" sz="1300">
                <a:solidFill>
                  <a:srgbClr val="FF0000"/>
                </a:solidFill>
              </a:rPr>
              <a:t>., 2020</a:t>
            </a:r>
            <a:endParaRPr sz="1300">
              <a:solidFill>
                <a:srgbClr val="FF0000"/>
              </a:solidFill>
            </a:endParaRPr>
          </a:p>
        </p:txBody>
      </p:sp>
      <p:sp>
        <p:nvSpPr>
          <p:cNvPr id="720" name="Google Shape;720;p29"/>
          <p:cNvSpPr txBox="1">
            <a:spLocks noGrp="1"/>
          </p:cNvSpPr>
          <p:nvPr>
            <p:ph type="body" idx="4294967295"/>
          </p:nvPr>
        </p:nvSpPr>
        <p:spPr>
          <a:xfrm>
            <a:off x="150700" y="1378750"/>
            <a:ext cx="4071600" cy="1856400"/>
          </a:xfrm>
          <a:prstGeom prst="rect">
            <a:avLst/>
          </a:prstGeom>
          <a:noFill/>
          <a:ln>
            <a:noFill/>
          </a:ln>
        </p:spPr>
        <p:txBody>
          <a:bodyPr spcFirstLastPara="1" wrap="square" lIns="34275" tIns="34275" rIns="34275" bIns="34275" anchor="t" anchorCtr="0">
            <a:spAutoFit/>
          </a:bodyPr>
          <a:lstStyle/>
          <a:p>
            <a:pPr marL="0" lvl="0" indent="0" algn="l" rtl="0">
              <a:lnSpc>
                <a:spcPct val="110000"/>
              </a:lnSpc>
              <a:spcBef>
                <a:spcPts val="0"/>
              </a:spcBef>
              <a:spcAft>
                <a:spcPts val="0"/>
              </a:spcAft>
              <a:buClr>
                <a:schemeClr val="accent1"/>
              </a:buClr>
              <a:buSzPts val="1100"/>
              <a:buFont typeface="Lato"/>
              <a:buNone/>
            </a:pPr>
            <a:endParaRPr sz="1100"/>
          </a:p>
          <a:p>
            <a:pPr marL="139700" lvl="0" indent="-139700" algn="l" rtl="0">
              <a:lnSpc>
                <a:spcPct val="110000"/>
              </a:lnSpc>
              <a:spcBef>
                <a:spcPts val="1300"/>
              </a:spcBef>
              <a:spcAft>
                <a:spcPts val="0"/>
              </a:spcAft>
              <a:buSzPts val="1100"/>
              <a:buFont typeface="Arial"/>
              <a:buChar char="•"/>
            </a:pPr>
            <a:r>
              <a:rPr lang="en" sz="1100"/>
              <a:t>2018 YFV sequences formed a tightly clustered clade.</a:t>
            </a:r>
            <a:endParaRPr/>
          </a:p>
          <a:p>
            <a:pPr marL="139700" lvl="0" indent="-76200" algn="l" rtl="0">
              <a:lnSpc>
                <a:spcPct val="110000"/>
              </a:lnSpc>
              <a:spcBef>
                <a:spcPts val="1300"/>
              </a:spcBef>
              <a:spcAft>
                <a:spcPts val="0"/>
              </a:spcAft>
              <a:buSzPts val="1100"/>
              <a:buFont typeface="Arial"/>
              <a:buNone/>
            </a:pPr>
            <a:endParaRPr sz="1100"/>
          </a:p>
          <a:p>
            <a:pPr marL="139700" lvl="0" indent="-139700" algn="l" rtl="0">
              <a:lnSpc>
                <a:spcPct val="110000"/>
              </a:lnSpc>
              <a:spcBef>
                <a:spcPts val="1300"/>
              </a:spcBef>
              <a:spcAft>
                <a:spcPts val="0"/>
              </a:spcAft>
              <a:buSzPts val="1100"/>
              <a:buFont typeface="Arial"/>
              <a:buChar char="•"/>
            </a:pPr>
            <a:r>
              <a:rPr lang="en" sz="1100"/>
              <a:t>The 2018 clade was more closely related to sequences from other West African countries </a:t>
            </a:r>
            <a:r>
              <a:rPr lang="en" sz="1100">
                <a:solidFill>
                  <a:srgbClr val="00B050"/>
                </a:solidFill>
              </a:rPr>
              <a:t>(mean pairwise identity = 99·4%) </a:t>
            </a:r>
            <a:r>
              <a:rPr lang="en" sz="1100"/>
              <a:t>than to earlier (1946–1991) Nigerian sequences </a:t>
            </a:r>
            <a:r>
              <a:rPr lang="en" sz="1100">
                <a:solidFill>
                  <a:srgbClr val="00B050"/>
                </a:solidFill>
              </a:rPr>
              <a:t>(mean pairwise identity = 89·8%).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155CC"/>
        </a:solidFill>
        <a:effectLst/>
      </p:bgPr>
    </p:bg>
    <p:spTree>
      <p:nvGrpSpPr>
        <p:cNvPr id="1" name="Shape 724"/>
        <p:cNvGrpSpPr/>
        <p:nvPr/>
      </p:nvGrpSpPr>
      <p:grpSpPr>
        <a:xfrm>
          <a:off x="0" y="0"/>
          <a:ext cx="0" cy="0"/>
          <a:chOff x="0" y="0"/>
          <a:chExt cx="0" cy="0"/>
        </a:xfrm>
      </p:grpSpPr>
      <p:sp>
        <p:nvSpPr>
          <p:cNvPr id="725" name="Google Shape;725;p30"/>
          <p:cNvSpPr txBox="1">
            <a:spLocks noGrp="1"/>
          </p:cNvSpPr>
          <p:nvPr>
            <p:ph type="title"/>
          </p:nvPr>
        </p:nvSpPr>
        <p:spPr>
          <a:xfrm>
            <a:off x="0" y="2042850"/>
            <a:ext cx="9089400" cy="10578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b="1">
                <a:solidFill>
                  <a:schemeClr val="lt1"/>
                </a:solidFill>
                <a:latin typeface="Lato"/>
                <a:ea typeface="Lato"/>
                <a:cs typeface="Lato"/>
                <a:sym typeface="Lato"/>
              </a:rPr>
              <a:t>Application</a:t>
            </a:r>
            <a:r>
              <a:rPr lang="en">
                <a:solidFill>
                  <a:schemeClr val="lt1"/>
                </a:solidFill>
                <a:latin typeface="Lato"/>
                <a:ea typeface="Lato"/>
                <a:cs typeface="Lato"/>
                <a:sym typeface="Lato"/>
              </a:rPr>
              <a:t> - </a:t>
            </a:r>
            <a:r>
              <a:rPr lang="en" i="1">
                <a:solidFill>
                  <a:schemeClr val="lt1"/>
                </a:solidFill>
                <a:latin typeface="Lato"/>
                <a:ea typeface="Lato"/>
                <a:cs typeface="Lato"/>
                <a:sym typeface="Lato"/>
              </a:rPr>
              <a:t>Exploring linkage between cases and/or outbreaks.</a:t>
            </a:r>
            <a:endParaRPr i="1">
              <a:solidFill>
                <a:schemeClr val="lt1"/>
              </a:solidFill>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p31"/>
          <p:cNvSpPr txBox="1">
            <a:spLocks noGrp="1"/>
          </p:cNvSpPr>
          <p:nvPr>
            <p:ph type="title" idx="4294967295"/>
          </p:nvPr>
        </p:nvSpPr>
        <p:spPr>
          <a:xfrm>
            <a:off x="0" y="0"/>
            <a:ext cx="8742000" cy="12135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000">
                <a:latin typeface="Lato Light"/>
                <a:ea typeface="Lato Light"/>
                <a:cs typeface="Lato Light"/>
                <a:sym typeface="Lato Light"/>
              </a:rPr>
              <a:t>Genomics can also </a:t>
            </a:r>
            <a:r>
              <a:rPr lang="en" sz="2000" b="1">
                <a:latin typeface="Lato"/>
                <a:ea typeface="Lato"/>
                <a:cs typeface="Lato"/>
                <a:sym typeface="Lato"/>
              </a:rPr>
              <a:t>rule out linkage</a:t>
            </a:r>
            <a:r>
              <a:rPr lang="en" sz="2000">
                <a:latin typeface="Lato Light"/>
                <a:ea typeface="Lato Light"/>
                <a:cs typeface="Lato Light"/>
                <a:sym typeface="Lato Light"/>
              </a:rPr>
              <a:t> between cases.</a:t>
            </a:r>
            <a:endParaRPr sz="2000">
              <a:latin typeface="Lato Light"/>
              <a:ea typeface="Lato Light"/>
              <a:cs typeface="Lato Light"/>
              <a:sym typeface="Lato Light"/>
            </a:endParaRPr>
          </a:p>
        </p:txBody>
      </p:sp>
      <p:pic>
        <p:nvPicPr>
          <p:cNvPr id="731" name="Google Shape;731;p31"/>
          <p:cNvPicPr preferRelativeResize="0"/>
          <p:nvPr/>
        </p:nvPicPr>
        <p:blipFill rotWithShape="1">
          <a:blip r:embed="rId3">
            <a:alphaModFix/>
          </a:blip>
          <a:srcRect r="49377"/>
          <a:stretch/>
        </p:blipFill>
        <p:spPr>
          <a:xfrm>
            <a:off x="2469650" y="563675"/>
            <a:ext cx="4293702" cy="4579825"/>
          </a:xfrm>
          <a:prstGeom prst="rect">
            <a:avLst/>
          </a:prstGeom>
          <a:noFill/>
          <a:ln>
            <a:noFill/>
          </a:ln>
        </p:spPr>
      </p:pic>
      <p:sp>
        <p:nvSpPr>
          <p:cNvPr id="732" name="Google Shape;732;p31"/>
          <p:cNvSpPr/>
          <p:nvPr/>
        </p:nvSpPr>
        <p:spPr>
          <a:xfrm>
            <a:off x="2165675" y="684750"/>
            <a:ext cx="843900" cy="424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3" name="Google Shape;733;p31"/>
          <p:cNvSpPr txBox="1">
            <a:spLocks noGrp="1"/>
          </p:cNvSpPr>
          <p:nvPr>
            <p:ph type="title" idx="4294967295"/>
          </p:nvPr>
        </p:nvSpPr>
        <p:spPr>
          <a:xfrm>
            <a:off x="6929300" y="4718700"/>
            <a:ext cx="2214600" cy="424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78571"/>
              <a:buFont typeface="Arial"/>
              <a:buNone/>
            </a:pPr>
            <a:r>
              <a:rPr lang="en" sz="1400">
                <a:solidFill>
                  <a:srgbClr val="FF0000"/>
                </a:solidFill>
                <a:latin typeface="Lato Light"/>
                <a:ea typeface="Lato Light"/>
                <a:cs typeface="Lato Light"/>
                <a:sym typeface="Lato Light"/>
              </a:rPr>
              <a:t>Stoddard, Black et al, 2022</a:t>
            </a:r>
            <a:endParaRPr sz="1400">
              <a:solidFill>
                <a:srgbClr val="FF0000"/>
              </a:solidFill>
              <a:latin typeface="Lato Light"/>
              <a:ea typeface="Lato Light"/>
              <a:cs typeface="Lato Light"/>
              <a:sym typeface="Lato 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155CC"/>
        </a:solidFill>
        <a:effectLst/>
      </p:bgPr>
    </p:bg>
    <p:spTree>
      <p:nvGrpSpPr>
        <p:cNvPr id="1" name="Shape 737"/>
        <p:cNvGrpSpPr/>
        <p:nvPr/>
      </p:nvGrpSpPr>
      <p:grpSpPr>
        <a:xfrm>
          <a:off x="0" y="0"/>
          <a:ext cx="0" cy="0"/>
          <a:chOff x="0" y="0"/>
          <a:chExt cx="0" cy="0"/>
        </a:xfrm>
      </p:grpSpPr>
      <p:sp>
        <p:nvSpPr>
          <p:cNvPr id="738" name="Google Shape;738;p32"/>
          <p:cNvSpPr txBox="1">
            <a:spLocks noGrp="1"/>
          </p:cNvSpPr>
          <p:nvPr>
            <p:ph type="title"/>
          </p:nvPr>
        </p:nvSpPr>
        <p:spPr>
          <a:xfrm>
            <a:off x="0" y="2042850"/>
            <a:ext cx="9089400" cy="10578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b="1">
                <a:solidFill>
                  <a:schemeClr val="lt1"/>
                </a:solidFill>
                <a:latin typeface="Lato"/>
                <a:ea typeface="Lato"/>
                <a:cs typeface="Lato"/>
                <a:sym typeface="Lato"/>
              </a:rPr>
              <a:t>Application</a:t>
            </a:r>
            <a:r>
              <a:rPr lang="en">
                <a:solidFill>
                  <a:schemeClr val="lt1"/>
                </a:solidFill>
                <a:latin typeface="Lato"/>
                <a:ea typeface="Lato"/>
                <a:cs typeface="Lato"/>
                <a:sym typeface="Lato"/>
              </a:rPr>
              <a:t> - </a:t>
            </a:r>
            <a:r>
              <a:rPr lang="en" i="1">
                <a:solidFill>
                  <a:schemeClr val="lt1"/>
                </a:solidFill>
                <a:latin typeface="Lato"/>
                <a:ea typeface="Lato"/>
                <a:cs typeface="Lato"/>
                <a:sym typeface="Lato"/>
              </a:rPr>
              <a:t>Monitoring for the emergence of adaptive variants.</a:t>
            </a:r>
            <a:endParaRPr i="1">
              <a:solidFill>
                <a:schemeClr val="lt1"/>
              </a:solidFill>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pic>
        <p:nvPicPr>
          <p:cNvPr id="743" name="Google Shape;743;p33"/>
          <p:cNvPicPr preferRelativeResize="0"/>
          <p:nvPr/>
        </p:nvPicPr>
        <p:blipFill rotWithShape="1">
          <a:blip r:embed="rId3">
            <a:alphaModFix/>
          </a:blip>
          <a:srcRect l="3456" t="11074" b="2739"/>
          <a:stretch/>
        </p:blipFill>
        <p:spPr>
          <a:xfrm>
            <a:off x="844525" y="888900"/>
            <a:ext cx="7454949" cy="4170076"/>
          </a:xfrm>
          <a:prstGeom prst="rect">
            <a:avLst/>
          </a:prstGeom>
          <a:noFill/>
          <a:ln>
            <a:noFill/>
          </a:ln>
        </p:spPr>
      </p:pic>
      <p:sp>
        <p:nvSpPr>
          <p:cNvPr id="744" name="Google Shape;744;p33"/>
          <p:cNvSpPr txBox="1">
            <a:spLocks noGrp="1"/>
          </p:cNvSpPr>
          <p:nvPr>
            <p:ph type="title" idx="4294967295"/>
          </p:nvPr>
        </p:nvSpPr>
        <p:spPr>
          <a:xfrm>
            <a:off x="0" y="0"/>
            <a:ext cx="8742000" cy="12135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000">
                <a:latin typeface="Lato Light"/>
                <a:ea typeface="Lato Light"/>
                <a:cs typeface="Lato Light"/>
                <a:sym typeface="Lato Light"/>
              </a:rPr>
              <a:t>Using lineage frequency change to monitor for emergence of adaptive variants.</a:t>
            </a:r>
            <a:endParaRPr sz="2000" b="1">
              <a:latin typeface="Lato"/>
              <a:ea typeface="Lato"/>
              <a:cs typeface="Lato"/>
              <a:sym typeface="Lato"/>
            </a:endParaRPr>
          </a:p>
        </p:txBody>
      </p:sp>
      <p:sp>
        <p:nvSpPr>
          <p:cNvPr id="745" name="Google Shape;745;p33"/>
          <p:cNvSpPr txBox="1">
            <a:spLocks noGrp="1"/>
          </p:cNvSpPr>
          <p:nvPr>
            <p:ph type="title" idx="4294967295"/>
          </p:nvPr>
        </p:nvSpPr>
        <p:spPr>
          <a:xfrm>
            <a:off x="7821900" y="4718700"/>
            <a:ext cx="1322100" cy="4248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1400">
                <a:solidFill>
                  <a:srgbClr val="FF0000"/>
                </a:solidFill>
                <a:latin typeface="Lato Light"/>
                <a:ea typeface="Lato Light"/>
                <a:cs typeface="Lato Light"/>
                <a:sym typeface="Lato Light"/>
              </a:rPr>
              <a:t>PHE, 2020</a:t>
            </a:r>
            <a:endParaRPr sz="1400">
              <a:solidFill>
                <a:srgbClr val="FF0000"/>
              </a:solidFill>
              <a:latin typeface="Lato Light"/>
              <a:ea typeface="Lato Light"/>
              <a:cs typeface="Lato Light"/>
              <a:sym typeface="Lato 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34"/>
          <p:cNvSpPr txBox="1">
            <a:spLocks noGrp="1"/>
          </p:cNvSpPr>
          <p:nvPr>
            <p:ph type="title" idx="4294967295"/>
          </p:nvPr>
        </p:nvSpPr>
        <p:spPr>
          <a:xfrm>
            <a:off x="0" y="0"/>
            <a:ext cx="9144000" cy="12135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000">
                <a:latin typeface="Lato Light"/>
                <a:ea typeface="Lato Light"/>
                <a:cs typeface="Lato Light"/>
                <a:sym typeface="Lato Light"/>
              </a:rPr>
              <a:t>Surveillance for mutations of interest can go beyond monitoring VOC frequency.</a:t>
            </a:r>
            <a:endParaRPr sz="2000" b="1">
              <a:latin typeface="Lato"/>
              <a:ea typeface="Lato"/>
              <a:cs typeface="Lato"/>
              <a:sym typeface="Lato"/>
            </a:endParaRPr>
          </a:p>
        </p:txBody>
      </p:sp>
      <p:pic>
        <p:nvPicPr>
          <p:cNvPr id="751" name="Google Shape;751;p34"/>
          <p:cNvPicPr preferRelativeResize="0"/>
          <p:nvPr/>
        </p:nvPicPr>
        <p:blipFill rotWithShape="1">
          <a:blip r:embed="rId3">
            <a:alphaModFix/>
          </a:blip>
          <a:srcRect/>
          <a:stretch/>
        </p:blipFill>
        <p:spPr>
          <a:xfrm>
            <a:off x="1113038" y="861200"/>
            <a:ext cx="6917915" cy="3735325"/>
          </a:xfrm>
          <a:prstGeom prst="rect">
            <a:avLst/>
          </a:prstGeom>
          <a:noFill/>
          <a:ln>
            <a:noFill/>
          </a:ln>
        </p:spPr>
      </p:pic>
      <p:sp>
        <p:nvSpPr>
          <p:cNvPr id="752" name="Google Shape;752;p34"/>
          <p:cNvSpPr/>
          <p:nvPr/>
        </p:nvSpPr>
        <p:spPr>
          <a:xfrm>
            <a:off x="904500" y="985500"/>
            <a:ext cx="593100" cy="313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3" name="Google Shape;753;p34"/>
          <p:cNvSpPr/>
          <p:nvPr/>
        </p:nvSpPr>
        <p:spPr>
          <a:xfrm>
            <a:off x="4647900" y="985500"/>
            <a:ext cx="593100" cy="313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4" name="Google Shape;754;p34"/>
          <p:cNvSpPr txBox="1">
            <a:spLocks noGrp="1"/>
          </p:cNvSpPr>
          <p:nvPr>
            <p:ph type="title" idx="4294967295"/>
          </p:nvPr>
        </p:nvSpPr>
        <p:spPr>
          <a:xfrm>
            <a:off x="6188400" y="4718700"/>
            <a:ext cx="2955600" cy="4248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1400">
                <a:solidFill>
                  <a:srgbClr val="FF0000"/>
                </a:solidFill>
                <a:latin typeface="Lato Light"/>
                <a:ea typeface="Lato Light"/>
                <a:cs typeface="Lato Light"/>
                <a:sym typeface="Lato Light"/>
              </a:rPr>
              <a:t>Stoddard, Black et al, 2022</a:t>
            </a:r>
            <a:endParaRPr sz="1400">
              <a:solidFill>
                <a:srgbClr val="FF0000"/>
              </a:solidFill>
              <a:latin typeface="Lato Light"/>
              <a:ea typeface="Lato Light"/>
              <a:cs typeface="Lato Light"/>
              <a:sym typeface="Lato 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155CC"/>
        </a:solidFill>
        <a:effectLst/>
      </p:bgPr>
    </p:bg>
    <p:spTree>
      <p:nvGrpSpPr>
        <p:cNvPr id="1" name="Shape 758"/>
        <p:cNvGrpSpPr/>
        <p:nvPr/>
      </p:nvGrpSpPr>
      <p:grpSpPr>
        <a:xfrm>
          <a:off x="0" y="0"/>
          <a:ext cx="0" cy="0"/>
          <a:chOff x="0" y="0"/>
          <a:chExt cx="0" cy="0"/>
        </a:xfrm>
      </p:grpSpPr>
      <p:sp>
        <p:nvSpPr>
          <p:cNvPr id="759" name="Google Shape;759;p35"/>
          <p:cNvSpPr txBox="1">
            <a:spLocks noGrp="1"/>
          </p:cNvSpPr>
          <p:nvPr>
            <p:ph type="title"/>
          </p:nvPr>
        </p:nvSpPr>
        <p:spPr>
          <a:xfrm>
            <a:off x="0" y="2042850"/>
            <a:ext cx="9089400" cy="10578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b="1">
                <a:solidFill>
                  <a:schemeClr val="lt1"/>
                </a:solidFill>
                <a:latin typeface="Lato"/>
                <a:ea typeface="Lato"/>
                <a:cs typeface="Lato"/>
                <a:sym typeface="Lato"/>
              </a:rPr>
              <a:t>Application</a:t>
            </a:r>
            <a:r>
              <a:rPr lang="en">
                <a:solidFill>
                  <a:schemeClr val="lt1"/>
                </a:solidFill>
                <a:latin typeface="Lato"/>
                <a:ea typeface="Lato"/>
                <a:cs typeface="Lato"/>
                <a:sym typeface="Lato"/>
              </a:rPr>
              <a:t> - </a:t>
            </a:r>
            <a:r>
              <a:rPr lang="en" i="1">
                <a:solidFill>
                  <a:schemeClr val="lt1"/>
                </a:solidFill>
                <a:latin typeface="Lato"/>
                <a:ea typeface="Lato"/>
                <a:cs typeface="Lato"/>
                <a:sym typeface="Lato"/>
              </a:rPr>
              <a:t>Describing spatial dissemination of infectious diseases.</a:t>
            </a:r>
            <a:endParaRPr i="1">
              <a:solidFill>
                <a:schemeClr val="lt1"/>
              </a:solidFill>
              <a:latin typeface="Lato"/>
              <a:ea typeface="Lato"/>
              <a:cs typeface="Lato"/>
              <a:sym typeface="Lat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36"/>
          <p:cNvSpPr txBox="1">
            <a:spLocks noGrp="1"/>
          </p:cNvSpPr>
          <p:nvPr>
            <p:ph type="title" idx="4294967295"/>
          </p:nvPr>
        </p:nvSpPr>
        <p:spPr>
          <a:xfrm>
            <a:off x="201000" y="0"/>
            <a:ext cx="8742000" cy="12135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000">
                <a:latin typeface="Lato Light"/>
                <a:ea typeface="Lato Light"/>
                <a:cs typeface="Lato Light"/>
                <a:sym typeface="Lato Light"/>
              </a:rPr>
              <a:t>Incorporating “metadata” allows us to scale phylogenies in terms of time and look at geographic transmission patterns.</a:t>
            </a:r>
            <a:endParaRPr sz="2000" b="1">
              <a:latin typeface="Lato"/>
              <a:ea typeface="Lato"/>
              <a:cs typeface="Lato"/>
              <a:sym typeface="Lato"/>
            </a:endParaRPr>
          </a:p>
        </p:txBody>
      </p:sp>
      <p:pic>
        <p:nvPicPr>
          <p:cNvPr id="765" name="Google Shape;765;p36"/>
          <p:cNvPicPr preferRelativeResize="0"/>
          <p:nvPr/>
        </p:nvPicPr>
        <p:blipFill rotWithShape="1">
          <a:blip r:embed="rId3">
            <a:alphaModFix/>
          </a:blip>
          <a:srcRect/>
          <a:stretch/>
        </p:blipFill>
        <p:spPr>
          <a:xfrm>
            <a:off x="1859337" y="1019950"/>
            <a:ext cx="5425324" cy="402492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p37"/>
          <p:cNvSpPr txBox="1"/>
          <p:nvPr/>
        </p:nvSpPr>
        <p:spPr>
          <a:xfrm>
            <a:off x="7650075" y="4753200"/>
            <a:ext cx="1667700" cy="390300"/>
          </a:xfrm>
          <a:prstGeom prst="rect">
            <a:avLst/>
          </a:prstGeom>
          <a:noFill/>
          <a:ln>
            <a:noFill/>
          </a:ln>
        </p:spPr>
        <p:txBody>
          <a:bodyPr spcFirstLastPara="1" wrap="square" lIns="91425" tIns="91425" rIns="91425" bIns="91425" anchor="t" anchorCtr="0">
            <a:normAutofit lnSpcReduction="10000"/>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Lato Light"/>
                <a:ea typeface="Lato Light"/>
                <a:cs typeface="Lato Light"/>
                <a:sym typeface="Lato Light"/>
              </a:rPr>
              <a:t>Faria et al, 2017</a:t>
            </a:r>
            <a:endParaRPr sz="1400" b="0" i="0" u="none" strike="noStrike" cap="none">
              <a:solidFill>
                <a:srgbClr val="FF0000"/>
              </a:solidFill>
              <a:latin typeface="Lato Light"/>
              <a:ea typeface="Lato Light"/>
              <a:cs typeface="Lato Light"/>
              <a:sym typeface="Lato Light"/>
            </a:endParaRPr>
          </a:p>
        </p:txBody>
      </p:sp>
      <p:sp>
        <p:nvSpPr>
          <p:cNvPr id="771" name="Google Shape;771;p37"/>
          <p:cNvSpPr txBox="1">
            <a:spLocks noGrp="1"/>
          </p:cNvSpPr>
          <p:nvPr>
            <p:ph type="title" idx="4294967295"/>
          </p:nvPr>
        </p:nvSpPr>
        <p:spPr>
          <a:xfrm>
            <a:off x="0" y="0"/>
            <a:ext cx="8742000" cy="9759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000">
                <a:latin typeface="Lato Light"/>
                <a:ea typeface="Lato Light"/>
                <a:cs typeface="Lato Light"/>
                <a:sym typeface="Lato Light"/>
              </a:rPr>
              <a:t>Example: estimating when Zika was introduced to Brazil, and where it went from there.</a:t>
            </a:r>
            <a:endParaRPr sz="2000">
              <a:latin typeface="Lato Light"/>
              <a:ea typeface="Lato Light"/>
              <a:cs typeface="Lato Light"/>
              <a:sym typeface="Lato Light"/>
            </a:endParaRPr>
          </a:p>
        </p:txBody>
      </p:sp>
      <p:pic>
        <p:nvPicPr>
          <p:cNvPr id="772" name="Google Shape;772;p37"/>
          <p:cNvPicPr preferRelativeResize="0"/>
          <p:nvPr/>
        </p:nvPicPr>
        <p:blipFill rotWithShape="1">
          <a:blip r:embed="rId3">
            <a:alphaModFix/>
          </a:blip>
          <a:srcRect/>
          <a:stretch/>
        </p:blipFill>
        <p:spPr>
          <a:xfrm>
            <a:off x="1740259" y="975900"/>
            <a:ext cx="5663491" cy="416760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155CC"/>
        </a:solidFill>
        <a:effectLst/>
      </p:bgPr>
    </p:bg>
    <p:spTree>
      <p:nvGrpSpPr>
        <p:cNvPr id="1" name="Shape 776"/>
        <p:cNvGrpSpPr/>
        <p:nvPr/>
      </p:nvGrpSpPr>
      <p:grpSpPr>
        <a:xfrm>
          <a:off x="0" y="0"/>
          <a:ext cx="0" cy="0"/>
          <a:chOff x="0" y="0"/>
          <a:chExt cx="0" cy="0"/>
        </a:xfrm>
      </p:grpSpPr>
      <p:sp>
        <p:nvSpPr>
          <p:cNvPr id="777" name="Google Shape;777;p38"/>
          <p:cNvSpPr txBox="1">
            <a:spLocks noGrp="1"/>
          </p:cNvSpPr>
          <p:nvPr>
            <p:ph type="title"/>
          </p:nvPr>
        </p:nvSpPr>
        <p:spPr>
          <a:xfrm>
            <a:off x="0" y="2042850"/>
            <a:ext cx="9089400" cy="10578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b="1">
                <a:solidFill>
                  <a:schemeClr val="lt1"/>
                </a:solidFill>
                <a:latin typeface="Lato"/>
                <a:ea typeface="Lato"/>
                <a:cs typeface="Lato"/>
                <a:sym typeface="Lato"/>
              </a:rPr>
              <a:t>Application</a:t>
            </a:r>
            <a:r>
              <a:rPr lang="en">
                <a:solidFill>
                  <a:schemeClr val="lt1"/>
                </a:solidFill>
                <a:latin typeface="Lato"/>
                <a:ea typeface="Lato"/>
                <a:cs typeface="Lato"/>
                <a:sym typeface="Lato"/>
              </a:rPr>
              <a:t> - </a:t>
            </a:r>
            <a:r>
              <a:rPr lang="en" i="1">
                <a:solidFill>
                  <a:schemeClr val="lt1"/>
                </a:solidFill>
                <a:latin typeface="Lato"/>
                <a:ea typeface="Lato"/>
                <a:cs typeface="Lato"/>
                <a:sym typeface="Lato"/>
              </a:rPr>
              <a:t>Animal-to-human spillover events.</a:t>
            </a:r>
            <a:endParaRPr i="1">
              <a:solidFill>
                <a:schemeClr val="lt1"/>
              </a:solidFill>
              <a:latin typeface="Lato"/>
              <a:ea typeface="Lato"/>
              <a:cs typeface="Lato"/>
              <a:sym typeface="Lat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39"/>
          <p:cNvSpPr txBox="1">
            <a:spLocks noGrp="1"/>
          </p:cNvSpPr>
          <p:nvPr>
            <p:ph type="title" idx="4294967295"/>
          </p:nvPr>
        </p:nvSpPr>
        <p:spPr>
          <a:xfrm>
            <a:off x="201000" y="0"/>
            <a:ext cx="8742000" cy="1213500"/>
          </a:xfrm>
          <a:prstGeom prst="rect">
            <a:avLst/>
          </a:prstGeom>
          <a:noFill/>
          <a:ln>
            <a:noFill/>
          </a:ln>
        </p:spPr>
        <p:txBody>
          <a:bodyPr spcFirstLastPara="1" wrap="square" lIns="91425" tIns="91425" rIns="91425" bIns="91425" anchor="t" anchorCtr="0">
            <a:normAutofit/>
          </a:bodyPr>
          <a:lstStyle/>
          <a:p>
            <a:pPr marL="0" lvl="0" indent="0" algn="l" rtl="0">
              <a:lnSpc>
                <a:spcPct val="115384"/>
              </a:lnSpc>
              <a:spcBef>
                <a:spcPts val="0"/>
              </a:spcBef>
              <a:spcAft>
                <a:spcPts val="0"/>
              </a:spcAft>
              <a:buClr>
                <a:schemeClr val="dk1"/>
              </a:buClr>
              <a:buSzPts val="5460"/>
              <a:buFont typeface="Arial"/>
              <a:buNone/>
            </a:pPr>
            <a:r>
              <a:rPr lang="en" sz="1600">
                <a:solidFill>
                  <a:srgbClr val="000000"/>
                </a:solidFill>
                <a:latin typeface="Lato"/>
                <a:ea typeface="Lato"/>
                <a:cs typeface="Lato"/>
                <a:sym typeface="Lato"/>
              </a:rPr>
              <a:t>Genomic Epidemiology improves understanding of Lassa virus populations across Nigeria</a:t>
            </a:r>
            <a:endParaRPr sz="1600">
              <a:solidFill>
                <a:srgbClr val="000000"/>
              </a:solidFill>
              <a:latin typeface="Lato"/>
              <a:ea typeface="Lato"/>
              <a:cs typeface="Lato"/>
              <a:sym typeface="Lato"/>
            </a:endParaRPr>
          </a:p>
          <a:p>
            <a:pPr marL="0" lvl="0" indent="0" algn="l" rtl="0">
              <a:lnSpc>
                <a:spcPct val="100000"/>
              </a:lnSpc>
              <a:spcBef>
                <a:spcPts val="0"/>
              </a:spcBef>
              <a:spcAft>
                <a:spcPts val="0"/>
              </a:spcAft>
              <a:buClr>
                <a:schemeClr val="dk1"/>
              </a:buClr>
              <a:buSzPts val="1100"/>
              <a:buFont typeface="Arial"/>
              <a:buNone/>
            </a:pPr>
            <a:endParaRPr sz="1600">
              <a:solidFill>
                <a:srgbClr val="000000"/>
              </a:solidFill>
              <a:latin typeface="Lato Light"/>
              <a:ea typeface="Lato Light"/>
              <a:cs typeface="Lato Light"/>
              <a:sym typeface="Lato Light"/>
            </a:endParaRPr>
          </a:p>
        </p:txBody>
      </p:sp>
      <p:pic>
        <p:nvPicPr>
          <p:cNvPr id="783" name="Google Shape;783;p39"/>
          <p:cNvPicPr preferRelativeResize="0"/>
          <p:nvPr/>
        </p:nvPicPr>
        <p:blipFill rotWithShape="1">
          <a:blip r:embed="rId3">
            <a:alphaModFix/>
          </a:blip>
          <a:srcRect l="54948" r="2413" b="33748"/>
          <a:stretch/>
        </p:blipFill>
        <p:spPr>
          <a:xfrm>
            <a:off x="4572000" y="643312"/>
            <a:ext cx="4463591" cy="3356889"/>
          </a:xfrm>
          <a:prstGeom prst="rect">
            <a:avLst/>
          </a:prstGeom>
          <a:noFill/>
          <a:ln>
            <a:noFill/>
          </a:ln>
        </p:spPr>
      </p:pic>
      <p:pic>
        <p:nvPicPr>
          <p:cNvPr id="784" name="Google Shape;784;p39"/>
          <p:cNvPicPr preferRelativeResize="0"/>
          <p:nvPr/>
        </p:nvPicPr>
        <p:blipFill rotWithShape="1">
          <a:blip r:embed="rId4">
            <a:alphaModFix/>
          </a:blip>
          <a:srcRect r="45127"/>
          <a:stretch/>
        </p:blipFill>
        <p:spPr>
          <a:xfrm>
            <a:off x="332859" y="690066"/>
            <a:ext cx="3900254" cy="3148620"/>
          </a:xfrm>
          <a:prstGeom prst="rect">
            <a:avLst/>
          </a:prstGeom>
          <a:noFill/>
          <a:ln>
            <a:noFill/>
          </a:ln>
        </p:spPr>
      </p:pic>
      <p:pic>
        <p:nvPicPr>
          <p:cNvPr id="785" name="Google Shape;785;p39"/>
          <p:cNvPicPr preferRelativeResize="0"/>
          <p:nvPr/>
        </p:nvPicPr>
        <p:blipFill rotWithShape="1">
          <a:blip r:embed="rId5">
            <a:alphaModFix/>
          </a:blip>
          <a:srcRect/>
          <a:stretch/>
        </p:blipFill>
        <p:spPr>
          <a:xfrm>
            <a:off x="772535" y="3779515"/>
            <a:ext cx="2349126" cy="778121"/>
          </a:xfrm>
          <a:prstGeom prst="rect">
            <a:avLst/>
          </a:prstGeom>
          <a:noFill/>
          <a:ln>
            <a:noFill/>
          </a:ln>
        </p:spPr>
      </p:pic>
      <p:sp>
        <p:nvSpPr>
          <p:cNvPr id="786" name="Google Shape;786;p39"/>
          <p:cNvSpPr txBox="1"/>
          <p:nvPr/>
        </p:nvSpPr>
        <p:spPr>
          <a:xfrm>
            <a:off x="1502136" y="4159650"/>
            <a:ext cx="805500" cy="139800"/>
          </a:xfrm>
          <a:prstGeom prst="rect">
            <a:avLst/>
          </a:prstGeom>
          <a:noFill/>
          <a:ln>
            <a:noFill/>
          </a:ln>
        </p:spPr>
        <p:txBody>
          <a:bodyPr spcFirstLastPara="1" wrap="square" lIns="45725" tIns="45725" rIns="45725" bIns="45725" anchor="t" anchorCtr="0">
            <a:noAutofit/>
          </a:bodyPr>
          <a:lstStyle/>
          <a:p>
            <a:pPr marL="0" marR="0" lvl="0" indent="0" algn="r" rtl="0">
              <a:lnSpc>
                <a:spcPct val="120000"/>
              </a:lnSpc>
              <a:spcBef>
                <a:spcPts val="800"/>
              </a:spcBef>
              <a:spcAft>
                <a:spcPts val="0"/>
              </a:spcAft>
              <a:buClr>
                <a:srgbClr val="FF9900"/>
              </a:buClr>
              <a:buSzPts val="500"/>
              <a:buFont typeface="Montserrat"/>
              <a:buNone/>
            </a:pPr>
            <a:r>
              <a:rPr lang="en" sz="500" b="1" i="0" u="none" strike="noStrike" cap="none">
                <a:solidFill>
                  <a:srgbClr val="FF9900"/>
                </a:solidFill>
                <a:latin typeface="Montserrat"/>
                <a:ea typeface="Montserrat"/>
                <a:cs typeface="Montserrat"/>
                <a:sym typeface="Montserrat"/>
              </a:rPr>
              <a:t>Siddle et al., 2018</a:t>
            </a:r>
            <a:endParaRPr sz="500" b="1" i="0" u="none" strike="noStrike" cap="none">
              <a:solidFill>
                <a:srgbClr val="FF9900"/>
              </a:solidFill>
              <a:latin typeface="Montserrat"/>
              <a:ea typeface="Montserrat"/>
              <a:cs typeface="Montserrat"/>
              <a:sym typeface="Montserrat"/>
            </a:endParaRPr>
          </a:p>
        </p:txBody>
      </p:sp>
      <p:sp>
        <p:nvSpPr>
          <p:cNvPr id="787" name="Google Shape;787;p39"/>
          <p:cNvSpPr txBox="1"/>
          <p:nvPr/>
        </p:nvSpPr>
        <p:spPr>
          <a:xfrm>
            <a:off x="4629150" y="4086750"/>
            <a:ext cx="4217700" cy="5817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800"/>
              </a:spcBef>
              <a:spcAft>
                <a:spcPts val="0"/>
              </a:spcAft>
              <a:buClr>
                <a:srgbClr val="000000"/>
              </a:buClr>
              <a:buSzPts val="1200"/>
              <a:buFont typeface="Arial"/>
              <a:buNone/>
            </a:pPr>
            <a:r>
              <a:rPr lang="en" sz="1200" b="1" i="0" u="none" strike="noStrike" cap="none">
                <a:solidFill>
                  <a:srgbClr val="1F2426"/>
                </a:solidFill>
                <a:latin typeface="Lato"/>
                <a:ea typeface="Lato"/>
                <a:cs typeface="Lato"/>
                <a:sym typeface="Lato"/>
              </a:rPr>
              <a:t>Lassa virus genetic diversity in Nigeria is structured geographically, following major rivers</a:t>
            </a:r>
            <a:endParaRPr sz="1200" b="1" i="0" u="none" strike="noStrike" cap="none">
              <a:solidFill>
                <a:srgbClr val="1F2426"/>
              </a:solidFill>
              <a:latin typeface="Lato"/>
              <a:ea typeface="Lato"/>
              <a:cs typeface="Lato"/>
              <a:sym typeface="Lato"/>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40"/>
          <p:cNvSpPr txBox="1">
            <a:spLocks noGrp="1"/>
          </p:cNvSpPr>
          <p:nvPr>
            <p:ph type="title" idx="4294967295"/>
          </p:nvPr>
        </p:nvSpPr>
        <p:spPr>
          <a:xfrm>
            <a:off x="0" y="-17225"/>
            <a:ext cx="9206400" cy="69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050">
                <a:latin typeface="Lato Light"/>
                <a:ea typeface="Lato Light"/>
                <a:cs typeface="Lato Light"/>
                <a:sym typeface="Lato Light"/>
              </a:rPr>
              <a:t>MERS  camel-to-human spillover events </a:t>
            </a:r>
            <a:endParaRPr sz="2050">
              <a:latin typeface="Lato Light"/>
              <a:ea typeface="Lato Light"/>
              <a:cs typeface="Lato Light"/>
              <a:sym typeface="Lato Light"/>
            </a:endParaRPr>
          </a:p>
        </p:txBody>
      </p:sp>
      <p:pic>
        <p:nvPicPr>
          <p:cNvPr id="793" name="Google Shape;793;p40"/>
          <p:cNvPicPr preferRelativeResize="0"/>
          <p:nvPr/>
        </p:nvPicPr>
        <p:blipFill rotWithShape="1">
          <a:blip r:embed="rId3">
            <a:alphaModFix/>
          </a:blip>
          <a:srcRect/>
          <a:stretch/>
        </p:blipFill>
        <p:spPr>
          <a:xfrm>
            <a:off x="1765525" y="611200"/>
            <a:ext cx="4410000" cy="4438524"/>
          </a:xfrm>
          <a:prstGeom prst="rect">
            <a:avLst/>
          </a:prstGeom>
          <a:noFill/>
          <a:ln>
            <a:noFill/>
          </a:ln>
        </p:spPr>
      </p:pic>
      <p:sp>
        <p:nvSpPr>
          <p:cNvPr id="794" name="Google Shape;794;p40"/>
          <p:cNvSpPr txBox="1"/>
          <p:nvPr/>
        </p:nvSpPr>
        <p:spPr>
          <a:xfrm>
            <a:off x="6784700" y="4649525"/>
            <a:ext cx="2024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Light"/>
                <a:ea typeface="Lato Light"/>
                <a:cs typeface="Lato Light"/>
                <a:sym typeface="Lato Light"/>
              </a:rPr>
              <a:t>(Dudas et al, 2018).</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155CC"/>
        </a:solidFill>
        <a:effectLst/>
      </p:bgPr>
    </p:bg>
    <p:spTree>
      <p:nvGrpSpPr>
        <p:cNvPr id="1" name="Shape 798"/>
        <p:cNvGrpSpPr/>
        <p:nvPr/>
      </p:nvGrpSpPr>
      <p:grpSpPr>
        <a:xfrm>
          <a:off x="0" y="0"/>
          <a:ext cx="0" cy="0"/>
          <a:chOff x="0" y="0"/>
          <a:chExt cx="0" cy="0"/>
        </a:xfrm>
      </p:grpSpPr>
      <p:sp>
        <p:nvSpPr>
          <p:cNvPr id="799" name="Google Shape;799;p41"/>
          <p:cNvSpPr txBox="1">
            <a:spLocks noGrp="1"/>
          </p:cNvSpPr>
          <p:nvPr>
            <p:ph type="title"/>
          </p:nvPr>
        </p:nvSpPr>
        <p:spPr>
          <a:xfrm>
            <a:off x="0" y="1463700"/>
            <a:ext cx="8469600" cy="2216100"/>
          </a:xfrm>
          <a:prstGeom prst="rect">
            <a:avLst/>
          </a:prstGeom>
          <a:noFill/>
          <a:ln>
            <a:noFill/>
          </a:ln>
        </p:spPr>
        <p:txBody>
          <a:bodyPr spcFirstLastPara="1" wrap="square" lIns="91425" tIns="91425" rIns="91425" bIns="91425" anchor="t" anchorCtr="0">
            <a:noAutofit/>
          </a:bodyPr>
          <a:lstStyle/>
          <a:p>
            <a:pPr marL="457200" lvl="0" indent="-369570" algn="l" rtl="0">
              <a:lnSpc>
                <a:spcPct val="100000"/>
              </a:lnSpc>
              <a:spcBef>
                <a:spcPts val="0"/>
              </a:spcBef>
              <a:spcAft>
                <a:spcPts val="0"/>
              </a:spcAft>
              <a:buClr>
                <a:schemeClr val="lt1"/>
              </a:buClr>
              <a:buSzPts val="2220"/>
              <a:buFont typeface="Lato"/>
              <a:buChar char="●"/>
            </a:pPr>
            <a:r>
              <a:rPr lang="en" sz="2220">
                <a:solidFill>
                  <a:schemeClr val="lt1"/>
                </a:solidFill>
                <a:latin typeface="Lato"/>
                <a:ea typeface="Lato"/>
                <a:cs typeface="Lato"/>
                <a:sym typeface="Lato"/>
              </a:rPr>
              <a:t>Helping us understand the contributions of different epidemic processes to outbreaks.</a:t>
            </a:r>
            <a:endParaRPr sz="2220">
              <a:solidFill>
                <a:schemeClr val="lt1"/>
              </a:solidFill>
              <a:latin typeface="Lato"/>
              <a:ea typeface="Lato"/>
              <a:cs typeface="Lato"/>
              <a:sym typeface="Lato"/>
            </a:endParaRPr>
          </a:p>
          <a:p>
            <a:pPr marL="457200" lvl="0" indent="0" algn="l" rtl="0">
              <a:lnSpc>
                <a:spcPct val="100000"/>
              </a:lnSpc>
              <a:spcBef>
                <a:spcPts val="0"/>
              </a:spcBef>
              <a:spcAft>
                <a:spcPts val="0"/>
              </a:spcAft>
              <a:buSzPts val="990"/>
              <a:buNone/>
            </a:pPr>
            <a:endParaRPr sz="2220">
              <a:solidFill>
                <a:schemeClr val="lt1"/>
              </a:solidFill>
              <a:latin typeface="Lato"/>
              <a:ea typeface="Lato"/>
              <a:cs typeface="Lato"/>
              <a:sym typeface="Lato"/>
            </a:endParaRPr>
          </a:p>
          <a:p>
            <a:pPr marL="457200" lvl="0" indent="-369570" algn="l" rtl="0">
              <a:lnSpc>
                <a:spcPct val="100000"/>
              </a:lnSpc>
              <a:spcBef>
                <a:spcPts val="0"/>
              </a:spcBef>
              <a:spcAft>
                <a:spcPts val="0"/>
              </a:spcAft>
              <a:buClr>
                <a:schemeClr val="lt1"/>
              </a:buClr>
              <a:buSzPts val="2220"/>
              <a:buFont typeface="Lato"/>
              <a:buChar char="●"/>
            </a:pPr>
            <a:r>
              <a:rPr lang="en" sz="2220">
                <a:solidFill>
                  <a:schemeClr val="lt1"/>
                </a:solidFill>
                <a:latin typeface="Lato"/>
                <a:ea typeface="Lato"/>
                <a:cs typeface="Lato"/>
                <a:sym typeface="Lato"/>
              </a:rPr>
              <a:t>Investigating possible linkages between cases.</a:t>
            </a:r>
            <a:endParaRPr sz="2220">
              <a:solidFill>
                <a:schemeClr val="lt1"/>
              </a:solidFill>
              <a:latin typeface="Lato"/>
              <a:ea typeface="Lato"/>
              <a:cs typeface="Lato"/>
              <a:sym typeface="Lato"/>
            </a:endParaRPr>
          </a:p>
          <a:p>
            <a:pPr marL="457200" lvl="0" indent="0" algn="l" rtl="0">
              <a:lnSpc>
                <a:spcPct val="100000"/>
              </a:lnSpc>
              <a:spcBef>
                <a:spcPts val="0"/>
              </a:spcBef>
              <a:spcAft>
                <a:spcPts val="0"/>
              </a:spcAft>
              <a:buSzPts val="990"/>
              <a:buNone/>
            </a:pPr>
            <a:endParaRPr sz="2220">
              <a:solidFill>
                <a:schemeClr val="lt1"/>
              </a:solidFill>
              <a:latin typeface="Lato"/>
              <a:ea typeface="Lato"/>
              <a:cs typeface="Lato"/>
              <a:sym typeface="Lato"/>
            </a:endParaRPr>
          </a:p>
          <a:p>
            <a:pPr marL="457200" lvl="0" indent="-369570" algn="l" rtl="0">
              <a:lnSpc>
                <a:spcPct val="100000"/>
              </a:lnSpc>
              <a:spcBef>
                <a:spcPts val="0"/>
              </a:spcBef>
              <a:spcAft>
                <a:spcPts val="0"/>
              </a:spcAft>
              <a:buClr>
                <a:schemeClr val="lt1"/>
              </a:buClr>
              <a:buSzPts val="2220"/>
              <a:buFont typeface="Lato"/>
              <a:buChar char="●"/>
            </a:pPr>
            <a:r>
              <a:rPr lang="en" sz="2220">
                <a:solidFill>
                  <a:schemeClr val="lt1"/>
                </a:solidFill>
                <a:latin typeface="Lato"/>
                <a:ea typeface="Lato"/>
                <a:cs typeface="Lato"/>
                <a:sym typeface="Lato"/>
              </a:rPr>
              <a:t>Evaluating how well our interventions are performing.</a:t>
            </a:r>
            <a:endParaRPr sz="2220">
              <a:solidFill>
                <a:schemeClr val="lt1"/>
              </a:solidFill>
              <a:latin typeface="Lato"/>
              <a:ea typeface="Lato"/>
              <a:cs typeface="Lato"/>
              <a:sym typeface="Lato"/>
            </a:endParaRPr>
          </a:p>
        </p:txBody>
      </p:sp>
      <p:sp>
        <p:nvSpPr>
          <p:cNvPr id="800" name="Google Shape;800;p41"/>
          <p:cNvSpPr txBox="1">
            <a:spLocks noGrp="1"/>
          </p:cNvSpPr>
          <p:nvPr>
            <p:ph type="title"/>
          </p:nvPr>
        </p:nvSpPr>
        <p:spPr>
          <a:xfrm>
            <a:off x="0" y="0"/>
            <a:ext cx="9144000" cy="10578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b="1">
                <a:solidFill>
                  <a:schemeClr val="lt1"/>
                </a:solidFill>
                <a:latin typeface="Lato"/>
                <a:ea typeface="Lato"/>
                <a:cs typeface="Lato"/>
                <a:sym typeface="Lato"/>
              </a:rPr>
              <a:t>Genomic epidemiology can inform public health action. </a:t>
            </a:r>
            <a:endParaRPr b="1">
              <a:solidFill>
                <a:schemeClr val="lt1"/>
              </a:solidFill>
              <a:latin typeface="Lato"/>
              <a:ea typeface="Lato"/>
              <a:cs typeface="Lato"/>
              <a:sym typeface="Lato"/>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42"/>
          <p:cNvSpPr txBox="1"/>
          <p:nvPr/>
        </p:nvSpPr>
        <p:spPr>
          <a:xfrm>
            <a:off x="232575" y="2182825"/>
            <a:ext cx="85206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820"/>
              <a:buFont typeface="Arial"/>
              <a:buNone/>
            </a:pPr>
            <a:r>
              <a:rPr lang="en" sz="2820" b="1" i="0" u="none" strike="noStrike" cap="none">
                <a:solidFill>
                  <a:srgbClr val="000000"/>
                </a:solidFill>
                <a:latin typeface="Lato"/>
                <a:ea typeface="Lato"/>
                <a:cs typeface="Lato"/>
                <a:sym typeface="Lato"/>
              </a:rPr>
              <a:t>Questions?</a:t>
            </a:r>
            <a:endParaRPr sz="2820" b="1" i="0" u="none" strike="noStrike" cap="none">
              <a:solidFill>
                <a:srgbClr val="000000"/>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1343</Words>
  <Application>Microsoft Macintosh PowerPoint</Application>
  <PresentationFormat>On-screen Show (16:9)</PresentationFormat>
  <Paragraphs>158</Paragraphs>
  <Slides>42</Slides>
  <Notes>42</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Lato Light</vt:lpstr>
      <vt:lpstr>Montserrat</vt:lpstr>
      <vt:lpstr>STIX Two Text</vt:lpstr>
      <vt:lpstr>Arial</vt:lpstr>
      <vt:lpstr>Poppins</vt:lpstr>
      <vt:lpstr>Corbel</vt:lpstr>
      <vt:lpstr>Georgia</vt:lpstr>
      <vt:lpstr>Lato</vt:lpstr>
      <vt:lpstr>Simple Light</vt:lpstr>
      <vt:lpstr>Introduction to Applied Genomic Epidemiology  </vt:lpstr>
      <vt:lpstr>Outline</vt:lpstr>
      <vt:lpstr>What is epidemiology?</vt:lpstr>
      <vt:lpstr>Limitations of classical epidemiology</vt:lpstr>
      <vt:lpstr>What is pathogen genomic epidemiology ?</vt:lpstr>
      <vt:lpstr>PowerPoint Presentation</vt:lpstr>
      <vt:lpstr>Part 1 - The overlapping timescales of pathogen evolution and infection transmission.</vt:lpstr>
      <vt:lpstr>The ability to infer patterns of epidemic dynamics relies on a fundamental principle.</vt:lpstr>
      <vt:lpstr>Evolutionary processes play out across multiple scales</vt:lpstr>
      <vt:lpstr>Outbreaks involve transmission between multiple individuals.  </vt:lpstr>
      <vt:lpstr>First, let’s look at a single individual within this outbreak.  </vt:lpstr>
      <vt:lpstr>Errors occur during pathogen replication over the course of the infection.  </vt:lpstr>
      <vt:lpstr>This process means that there are various populations of pathogens within a single infected individual  </vt:lpstr>
      <vt:lpstr>time  </vt:lpstr>
      <vt:lpstr>Typically we do not capture all of the within host diversity of an infection. Rather, we summarize that diversity with consensus genomes.</vt:lpstr>
      <vt:lpstr>The changes that we observe in consensus genomes reflect additional processes beyond mutation. </vt:lpstr>
      <vt:lpstr>If this is the process that is occurring in nature...</vt:lpstr>
      <vt:lpstr>This is the process that we would see recorded in the data if we sequenced every case.  </vt:lpstr>
      <vt:lpstr>And this is typically what we observe, because only a fraction of people are sampled  </vt:lpstr>
      <vt:lpstr>Closely-linked cases have genetically similar infections.   Distally-related cases have more genetically dissimilar infections.</vt:lpstr>
      <vt:lpstr>Why use genomic epidemiology?</vt:lpstr>
      <vt:lpstr>Why use genomic epidemiology?</vt:lpstr>
      <vt:lpstr>What variants are circulating in my community? How are variant frequencies changing?</vt:lpstr>
      <vt:lpstr>We can use genomic data and phylogenetic analyses to describe many aspects of transmission</vt:lpstr>
      <vt:lpstr>Application - Describing patterns of introduction and spread.</vt:lpstr>
      <vt:lpstr>PowerPoint Presentation</vt:lpstr>
      <vt:lpstr>Phylogenies can help us visualize the sparks/introductions and the burn/spread.</vt:lpstr>
      <vt:lpstr>Example: separating the tree into its distinct transmission chains.</vt:lpstr>
      <vt:lpstr>Genomic Epidemiology of a Yellow fever Outbreak in Nigeria</vt:lpstr>
      <vt:lpstr>Application - Exploring linkage between cases and/or outbreaks.</vt:lpstr>
      <vt:lpstr>Genomics can also rule out linkage between cases.</vt:lpstr>
      <vt:lpstr>Application - Monitoring for the emergence of adaptive variants.</vt:lpstr>
      <vt:lpstr>Using lineage frequency change to monitor for emergence of adaptive variants.</vt:lpstr>
      <vt:lpstr>Surveillance for mutations of interest can go beyond monitoring VOC frequency.</vt:lpstr>
      <vt:lpstr>Application - Describing spatial dissemination of infectious diseases.</vt:lpstr>
      <vt:lpstr>Incorporating “metadata” allows us to scale phylogenies in terms of time and look at geographic transmission patterns.</vt:lpstr>
      <vt:lpstr>Example: estimating when Zika was introduced to Brazil, and where it went from there.</vt:lpstr>
      <vt:lpstr>Application - Animal-to-human spillover events.</vt:lpstr>
      <vt:lpstr>Genomic Epidemiology improves understanding of Lassa virus populations across Nigeria </vt:lpstr>
      <vt:lpstr>MERS  camel-to-human spillover events </vt:lpstr>
      <vt:lpstr>Helping us understand the contributions of different epidemic processes to outbreaks.  Investigating possible linkages between cases.  Evaluating how well our interventions are performing.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Paul Oluniyi</cp:lastModifiedBy>
  <cp:revision>1</cp:revision>
  <dcterms:modified xsi:type="dcterms:W3CDTF">2026-10-02T23:25:10Z</dcterms:modified>
</cp:coreProperties>
</file>